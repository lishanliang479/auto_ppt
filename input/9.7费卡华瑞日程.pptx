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8" r:id="rId3"/>
  </p:sldIdLst>
  <p:sldSz cx="11879580" cy="16919575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329" userDrawn="1">
          <p15:clr>
            <a:srgbClr val="A4A3A4"/>
          </p15:clr>
        </p15:guide>
        <p15:guide id="2" pos="37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5329"/>
        <p:guide pos="37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51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52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53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45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46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45593" y="1143000"/>
            <a:ext cx="21668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zh-CN" altLang="en-US"/>
          </a:p>
        </p:txBody>
      </p:sp>
      <p:sp>
        <p:nvSpPr>
          <p:cNvPr id="1048647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48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49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/>
          <p:nvPr>
            <p:ph type="ctrTitle"/>
          </p:nvPr>
        </p:nvSpPr>
        <p:spPr>
          <a:xfrm>
            <a:off x="1485000" y="2769084"/>
            <a:ext cx="8909999" cy="5890666"/>
          </a:xfrm>
        </p:spPr>
        <p:txBody>
          <a:bodyPr anchor="b"/>
          <a:lstStyle>
            <a:lvl1pPr algn="ctr">
              <a:defRPr sz="779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582" name="副标题 2"/>
          <p:cNvSpPr/>
          <p:nvPr>
            <p:ph type="subTitle" idx="1"/>
          </p:nvPr>
        </p:nvSpPr>
        <p:spPr>
          <a:xfrm>
            <a:off x="1485000" y="8886917"/>
            <a:ext cx="8909999" cy="4085082"/>
          </a:xfrm>
        </p:spPr>
        <p:txBody>
          <a:bodyPr/>
          <a:lstStyle>
            <a:lvl1pPr marL="0" indent="0" algn="ctr">
              <a:buNone/>
              <a:defRPr sz="3120"/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6170" indent="0" algn="ctr">
              <a:buNone/>
              <a:defRPr sz="2080"/>
            </a:lvl5pPr>
            <a:lvl6pPr marL="2969895" indent="0" algn="ctr">
              <a:buNone/>
              <a:defRPr sz="2080"/>
            </a:lvl6pPr>
            <a:lvl7pPr marL="3564255" indent="0" algn="ctr">
              <a:buNone/>
              <a:defRPr sz="2080"/>
            </a:lvl7pPr>
            <a:lvl8pPr marL="4157980" indent="0" algn="ctr">
              <a:buNone/>
              <a:defRPr sz="2080"/>
            </a:lvl8pPr>
            <a:lvl9pPr marL="4751705" indent="0" algn="ctr">
              <a:buNone/>
              <a:defRPr sz="208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1048583" name="日期占位符 3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页脚占位符 4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85" name="灯片编号占位符 5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标题 1"/>
          <p:cNvSpPr/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01" name="内容占位符 2"/>
          <p:cNvSpPr/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02" name="日期占位符 3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3" name="页脚占位符 4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4" name="灯片编号占位符 5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标题 1"/>
          <p:cNvSpPr/>
          <p:nvPr>
            <p:ph type="title"/>
          </p:nvPr>
        </p:nvSpPr>
        <p:spPr>
          <a:xfrm>
            <a:off x="810562" y="4218251"/>
            <a:ext cx="10246499" cy="7038248"/>
          </a:xfrm>
        </p:spPr>
        <p:txBody>
          <a:bodyPr anchor="b"/>
          <a:lstStyle>
            <a:lvl1pPr>
              <a:defRPr sz="779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17" name="文本占位符 2"/>
          <p:cNvSpPr/>
          <p:nvPr>
            <p:ph type="body" idx="1"/>
          </p:nvPr>
        </p:nvSpPr>
        <p:spPr>
          <a:xfrm>
            <a:off x="810562" y="11323084"/>
            <a:ext cx="10246499" cy="3701249"/>
          </a:xfrm>
        </p:spPr>
        <p:txBody>
          <a:bodyPr/>
          <a:lstStyle>
            <a:lvl1pPr marL="0" indent="0">
              <a:buNone/>
              <a:defRPr sz="3120">
                <a:solidFill>
                  <a:schemeClr val="tx1">
                    <a:tint val="75000"/>
                  </a:schemeClr>
                </a:solidFill>
              </a:defRPr>
            </a:lvl1pPr>
            <a:lvl2pPr marL="593725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188085" indent="0">
              <a:buNone/>
              <a:defRPr sz="2340">
                <a:solidFill>
                  <a:schemeClr val="tx1">
                    <a:tint val="75000"/>
                  </a:schemeClr>
                </a:solidFill>
              </a:defRPr>
            </a:lvl3pPr>
            <a:lvl4pPr marL="1781810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4pPr>
            <a:lvl5pPr marL="2376170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5pPr>
            <a:lvl6pPr marL="2969895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6pPr>
            <a:lvl7pPr marL="3564255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7pPr>
            <a:lvl8pPr marL="4157980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8pPr>
            <a:lvl9pPr marL="4751705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18" name="日期占位符 3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9" name="页脚占位符 4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20" name="灯片编号占位符 5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标题 1"/>
          <p:cNvSpPr/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22" name="内容占位符 2"/>
          <p:cNvSpPr/>
          <p:nvPr>
            <p:ph sz="half" idx="1"/>
          </p:nvPr>
        </p:nvSpPr>
        <p:spPr>
          <a:xfrm>
            <a:off x="816750" y="4504166"/>
            <a:ext cx="5049000" cy="10735584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23" name="内容占位符 3"/>
          <p:cNvSpPr/>
          <p:nvPr>
            <p:ph sz="half" idx="2"/>
          </p:nvPr>
        </p:nvSpPr>
        <p:spPr>
          <a:xfrm>
            <a:off x="6014250" y="4504166"/>
            <a:ext cx="5049000" cy="10735584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24" name="日期占位符 4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5" name="页脚占位符 5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26" name="灯片编号占位符 6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标题 1"/>
          <p:cNvSpPr/>
          <p:nvPr>
            <p:ph type="title"/>
          </p:nvPr>
        </p:nvSpPr>
        <p:spPr>
          <a:xfrm>
            <a:off x="818297" y="900833"/>
            <a:ext cx="10246499" cy="3270418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28" name="文本占位符 2"/>
          <p:cNvSpPr/>
          <p:nvPr>
            <p:ph type="body" idx="1"/>
          </p:nvPr>
        </p:nvSpPr>
        <p:spPr>
          <a:xfrm>
            <a:off x="818297" y="4147751"/>
            <a:ext cx="5025796" cy="2032749"/>
          </a:xfrm>
        </p:spPr>
        <p:txBody>
          <a:bodyPr anchor="b"/>
          <a:lstStyle>
            <a:lvl1pPr marL="0" indent="0">
              <a:buNone/>
              <a:defRPr sz="3120" b="1"/>
            </a:lvl1pPr>
            <a:lvl2pPr marL="593725" indent="0">
              <a:buNone/>
              <a:defRPr sz="2600" b="1"/>
            </a:lvl2pPr>
            <a:lvl3pPr marL="1188085" indent="0">
              <a:buNone/>
              <a:defRPr sz="2340" b="1"/>
            </a:lvl3pPr>
            <a:lvl4pPr marL="1781810" indent="0">
              <a:buNone/>
              <a:defRPr sz="2080" b="1"/>
            </a:lvl4pPr>
            <a:lvl5pPr marL="2376170" indent="0">
              <a:buNone/>
              <a:defRPr sz="2080" b="1"/>
            </a:lvl5pPr>
            <a:lvl6pPr marL="2969895" indent="0">
              <a:buNone/>
              <a:defRPr sz="2080" b="1"/>
            </a:lvl6pPr>
            <a:lvl7pPr marL="3564255" indent="0">
              <a:buNone/>
              <a:defRPr sz="2080" b="1"/>
            </a:lvl7pPr>
            <a:lvl8pPr marL="4157980" indent="0">
              <a:buNone/>
              <a:defRPr sz="2080" b="1"/>
            </a:lvl8pPr>
            <a:lvl9pPr marL="4751705" indent="0">
              <a:buNone/>
              <a:defRPr sz="2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29" name="内容占位符 3"/>
          <p:cNvSpPr/>
          <p:nvPr>
            <p:ph sz="half" idx="2"/>
          </p:nvPr>
        </p:nvSpPr>
        <p:spPr>
          <a:xfrm>
            <a:off x="818297" y="6180500"/>
            <a:ext cx="5025796" cy="9090584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30" name="文本占位符 4"/>
          <p:cNvSpPr/>
          <p:nvPr>
            <p:ph type="body" sz="quarter" idx="3"/>
          </p:nvPr>
        </p:nvSpPr>
        <p:spPr>
          <a:xfrm>
            <a:off x="6014250" y="4147751"/>
            <a:ext cx="5050547" cy="2032749"/>
          </a:xfrm>
        </p:spPr>
        <p:txBody>
          <a:bodyPr anchor="b"/>
          <a:lstStyle>
            <a:lvl1pPr marL="0" indent="0">
              <a:buNone/>
              <a:defRPr sz="3120" b="1"/>
            </a:lvl1pPr>
            <a:lvl2pPr marL="593725" indent="0">
              <a:buNone/>
              <a:defRPr sz="2600" b="1"/>
            </a:lvl2pPr>
            <a:lvl3pPr marL="1188085" indent="0">
              <a:buNone/>
              <a:defRPr sz="2340" b="1"/>
            </a:lvl3pPr>
            <a:lvl4pPr marL="1781810" indent="0">
              <a:buNone/>
              <a:defRPr sz="2080" b="1"/>
            </a:lvl4pPr>
            <a:lvl5pPr marL="2376170" indent="0">
              <a:buNone/>
              <a:defRPr sz="2080" b="1"/>
            </a:lvl5pPr>
            <a:lvl6pPr marL="2969895" indent="0">
              <a:buNone/>
              <a:defRPr sz="2080" b="1"/>
            </a:lvl6pPr>
            <a:lvl7pPr marL="3564255" indent="0">
              <a:buNone/>
              <a:defRPr sz="2080" b="1"/>
            </a:lvl7pPr>
            <a:lvl8pPr marL="4157980" indent="0">
              <a:buNone/>
              <a:defRPr sz="2080" b="1"/>
            </a:lvl8pPr>
            <a:lvl9pPr marL="4751705" indent="0">
              <a:buNone/>
              <a:defRPr sz="2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31" name="内容占位符 5"/>
          <p:cNvSpPr/>
          <p:nvPr>
            <p:ph sz="quarter" idx="4"/>
          </p:nvPr>
        </p:nvSpPr>
        <p:spPr>
          <a:xfrm>
            <a:off x="6014250" y="6180500"/>
            <a:ext cx="5050547" cy="9090584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32" name="日期占位符 6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3" name="页脚占位符 7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4" name="灯片编号占位符 8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标题 1"/>
          <p:cNvSpPr/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592" name="日期占位符 2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3" name="页脚占位符 3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94" name="灯片编号占位符 4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日期占位符 1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6" name="页脚占位符 2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7" name="灯片编号占位符 3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标题 1"/>
          <p:cNvSpPr/>
          <p:nvPr>
            <p:ph type="title"/>
          </p:nvPr>
        </p:nvSpPr>
        <p:spPr>
          <a:xfrm>
            <a:off x="818297" y="1128000"/>
            <a:ext cx="3831609" cy="3948000"/>
          </a:xfrm>
        </p:spPr>
        <p:txBody>
          <a:bodyPr anchor="b"/>
          <a:lstStyle>
            <a:lvl1pPr>
              <a:defRPr sz="415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39" name="内容占位符 2"/>
          <p:cNvSpPr/>
          <p:nvPr>
            <p:ph idx="1"/>
          </p:nvPr>
        </p:nvSpPr>
        <p:spPr>
          <a:xfrm>
            <a:off x="5050547" y="2436167"/>
            <a:ext cx="6014250" cy="12024166"/>
          </a:xfrm>
        </p:spPr>
        <p:txBody>
          <a:bodyPr/>
          <a:lstStyle>
            <a:lvl1pPr>
              <a:defRPr sz="4155"/>
            </a:lvl1pPr>
            <a:lvl2pPr>
              <a:defRPr sz="3640"/>
            </a:lvl2pPr>
            <a:lvl3pPr>
              <a:defRPr sz="312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40" name="文本占位符 3"/>
          <p:cNvSpPr/>
          <p:nvPr>
            <p:ph type="body" sz="half" idx="2"/>
          </p:nvPr>
        </p:nvSpPr>
        <p:spPr>
          <a:xfrm>
            <a:off x="818297" y="5076000"/>
            <a:ext cx="3831609" cy="9403917"/>
          </a:xfrm>
        </p:spPr>
        <p:txBody>
          <a:bodyPr/>
          <a:lstStyle>
            <a:lvl1pPr marL="0" indent="0">
              <a:buNone/>
              <a:defRPr sz="2080"/>
            </a:lvl1pPr>
            <a:lvl2pPr marL="593725" indent="0">
              <a:buNone/>
              <a:defRPr sz="1820"/>
            </a:lvl2pPr>
            <a:lvl3pPr marL="1188085" indent="0">
              <a:buNone/>
              <a:defRPr sz="1560"/>
            </a:lvl3pPr>
            <a:lvl4pPr marL="1781810" indent="0">
              <a:buNone/>
              <a:defRPr sz="1300"/>
            </a:lvl4pPr>
            <a:lvl5pPr marL="2376170" indent="0">
              <a:buNone/>
              <a:defRPr sz="1300"/>
            </a:lvl5pPr>
            <a:lvl6pPr marL="2969895" indent="0">
              <a:buNone/>
              <a:defRPr sz="1300"/>
            </a:lvl6pPr>
            <a:lvl7pPr marL="3564255" indent="0">
              <a:buNone/>
              <a:defRPr sz="1300"/>
            </a:lvl7pPr>
            <a:lvl8pPr marL="4157980" indent="0">
              <a:buNone/>
              <a:defRPr sz="1300"/>
            </a:lvl8pPr>
            <a:lvl9pPr marL="4751705" indent="0">
              <a:buNone/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41" name="日期占位符 4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42" name="页脚占位符 5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3" name="灯片编号占位符 6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标题 1"/>
          <p:cNvSpPr/>
          <p:nvPr>
            <p:ph type="title"/>
          </p:nvPr>
        </p:nvSpPr>
        <p:spPr>
          <a:xfrm>
            <a:off x="818297" y="1128000"/>
            <a:ext cx="3831609" cy="3948000"/>
          </a:xfrm>
        </p:spPr>
        <p:txBody>
          <a:bodyPr anchor="b"/>
          <a:lstStyle>
            <a:lvl1pPr>
              <a:defRPr sz="415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06" name="图片占位符 2"/>
          <p:cNvSpPr/>
          <p:nvPr>
            <p:ph type="pic" idx="1"/>
          </p:nvPr>
        </p:nvSpPr>
        <p:spPr>
          <a:xfrm>
            <a:off x="5050547" y="2436167"/>
            <a:ext cx="6014250" cy="12024166"/>
          </a:xfrm>
        </p:spPr>
        <p:txBody>
          <a:bodyPr/>
          <a:lstStyle>
            <a:lvl1pPr marL="0" indent="0">
              <a:buNone/>
              <a:defRPr sz="4155"/>
            </a:lvl1pPr>
            <a:lvl2pPr marL="593725" indent="0">
              <a:buNone/>
              <a:defRPr sz="3640"/>
            </a:lvl2pPr>
            <a:lvl3pPr marL="1188085" indent="0">
              <a:buNone/>
              <a:defRPr sz="3120"/>
            </a:lvl3pPr>
            <a:lvl4pPr marL="1781810" indent="0">
              <a:buNone/>
              <a:defRPr sz="2600"/>
            </a:lvl4pPr>
            <a:lvl5pPr marL="2376170" indent="0">
              <a:buNone/>
              <a:defRPr sz="2600"/>
            </a:lvl5pPr>
            <a:lvl6pPr marL="2969895" indent="0">
              <a:buNone/>
              <a:defRPr sz="2600"/>
            </a:lvl6pPr>
            <a:lvl7pPr marL="3564255" indent="0">
              <a:buNone/>
              <a:defRPr sz="2600"/>
            </a:lvl7pPr>
            <a:lvl8pPr marL="4157980" indent="0">
              <a:buNone/>
              <a:defRPr sz="2600"/>
            </a:lvl8pPr>
            <a:lvl9pPr marL="4751705" indent="0">
              <a:buNone/>
              <a:defRPr sz="2600"/>
            </a:lvl9pPr>
          </a:lstStyle>
          <a:p>
            <a:endParaRPr lang="zh-CN" altLang="en-US"/>
          </a:p>
        </p:txBody>
      </p:sp>
      <p:sp>
        <p:nvSpPr>
          <p:cNvPr id="1048607" name="文本占位符 3"/>
          <p:cNvSpPr/>
          <p:nvPr>
            <p:ph type="body" sz="half" idx="2"/>
          </p:nvPr>
        </p:nvSpPr>
        <p:spPr>
          <a:xfrm>
            <a:off x="818297" y="5076000"/>
            <a:ext cx="3831609" cy="9403917"/>
          </a:xfrm>
        </p:spPr>
        <p:txBody>
          <a:bodyPr/>
          <a:lstStyle>
            <a:lvl1pPr marL="0" indent="0">
              <a:buNone/>
              <a:defRPr sz="2080"/>
            </a:lvl1pPr>
            <a:lvl2pPr marL="593725" indent="0">
              <a:buNone/>
              <a:defRPr sz="1820"/>
            </a:lvl2pPr>
            <a:lvl3pPr marL="1188085" indent="0">
              <a:buNone/>
              <a:defRPr sz="1560"/>
            </a:lvl3pPr>
            <a:lvl4pPr marL="1781810" indent="0">
              <a:buNone/>
              <a:defRPr sz="1300"/>
            </a:lvl4pPr>
            <a:lvl5pPr marL="2376170" indent="0">
              <a:buNone/>
              <a:defRPr sz="1300"/>
            </a:lvl5pPr>
            <a:lvl6pPr marL="2969895" indent="0">
              <a:buNone/>
              <a:defRPr sz="1300"/>
            </a:lvl6pPr>
            <a:lvl7pPr marL="3564255" indent="0">
              <a:buNone/>
              <a:defRPr sz="1300"/>
            </a:lvl7pPr>
            <a:lvl8pPr marL="4157980" indent="0">
              <a:buNone/>
              <a:defRPr sz="1300"/>
            </a:lvl8pPr>
            <a:lvl9pPr marL="4751705" indent="0">
              <a:buNone/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08" name="日期占位符 4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9" name="页脚占位符 5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0" name="灯片编号占位符 6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标题 1"/>
          <p:cNvSpPr/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12" name="竖排文字占位符 2"/>
          <p:cNvSpPr/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13" name="日期占位符 3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4" name="页脚占位符 4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5" name="灯片编号占位符 5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竖排标题 1"/>
          <p:cNvSpPr/>
          <p:nvPr>
            <p:ph type="title" orient="vert"/>
          </p:nvPr>
        </p:nvSpPr>
        <p:spPr>
          <a:xfrm>
            <a:off x="8501624" y="900833"/>
            <a:ext cx="2561625" cy="14338917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596" name="竖排文字占位符 2"/>
          <p:cNvSpPr/>
          <p:nvPr>
            <p:ph type="body" orient="vert" idx="1"/>
          </p:nvPr>
        </p:nvSpPr>
        <p:spPr>
          <a:xfrm>
            <a:off x="816750" y="900833"/>
            <a:ext cx="7536374" cy="14338917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597" name="日期占位符 3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8" name="页脚占位符 4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99" name="灯片编号占位符 5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/>
          <p:nvPr>
            <p:ph type="title"/>
          </p:nvPr>
        </p:nvSpPr>
        <p:spPr>
          <a:xfrm>
            <a:off x="816750" y="900833"/>
            <a:ext cx="10246499" cy="3270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/>
          <p:nvPr>
            <p:ph type="body" idx="1"/>
          </p:nvPr>
        </p:nvSpPr>
        <p:spPr>
          <a:xfrm>
            <a:off x="816750" y="4504166"/>
            <a:ext cx="10246499" cy="10735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578" name="日期占位符 3"/>
          <p:cNvSpPr/>
          <p:nvPr>
            <p:ph type="dt" sz="half" idx="2"/>
          </p:nvPr>
        </p:nvSpPr>
        <p:spPr>
          <a:xfrm>
            <a:off x="816750" y="15682333"/>
            <a:ext cx="2673000" cy="90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/>
          <p:nvPr>
            <p:ph type="ftr" sz="quarter" idx="3"/>
          </p:nvPr>
        </p:nvSpPr>
        <p:spPr>
          <a:xfrm>
            <a:off x="3935250" y="15682333"/>
            <a:ext cx="4009500" cy="90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/>
          <p:nvPr>
            <p:ph type="sldNum" sz="quarter" idx="4"/>
          </p:nvPr>
        </p:nvSpPr>
        <p:spPr>
          <a:xfrm>
            <a:off x="8390249" y="15682333"/>
            <a:ext cx="2673000" cy="90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40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52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99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707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80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516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88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61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89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425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98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70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 preferRelativeResize="0"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1879580" cy="16919575"/>
          </a:xfrm>
          <a:prstGeom prst="rect">
            <a:avLst/>
          </a:prstGeom>
        </p:spPr>
      </p:pic>
      <p:sp>
        <p:nvSpPr>
          <p:cNvPr id="1048586" name="文本框 3"/>
          <p:cNvSpPr txBox="1"/>
          <p:nvPr>
            <p:custDataLst>
              <p:tags r:id="rId2"/>
            </p:custDataLst>
          </p:nvPr>
        </p:nvSpPr>
        <p:spPr>
          <a:xfrm>
            <a:off x="965835" y="3007995"/>
            <a:ext cx="98431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</a:pPr>
            <a:r>
              <a:rPr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会议时间：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2026年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000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9:00-2</a:t>
            </a:r>
            <a:r>
              <a:rPr lang="en-US" altLang="zh-CN" sz="2000" dirty="0">
                <a:effectLst/>
                <a:latin typeface="微软雅黑" panose="020B0503020204020204" charset="-122"/>
                <a:ea typeface="微软雅黑" panose="020B0503020204020204" charset="-122"/>
                <a:sym typeface="Verdana" panose="020B0604030504040204" pitchFamily="34" charset="0"/>
              </a:rPr>
              <a:t>0</a:t>
            </a:r>
            <a:r>
              <a:rPr lang="en-US" altLang="zh-CN" sz="2000" dirty="0">
                <a:effectLst/>
                <a:latin typeface="微软雅黑" panose="020B0503020204020204" charset="-122"/>
                <a:ea typeface="微软雅黑" panose="020B0503020204020204" charset="-122"/>
                <a:sym typeface="Verdana" panose="020B0604030504040204" pitchFamily="34" charset="0"/>
              </a:rPr>
              <a:t>:30</a:t>
            </a:r>
            <a:endParaRPr sz="20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会议地址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腾讯会议</a:t>
            </a:r>
            <a:endParaRPr lang="zh-CN" altLang="en-US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</a:pPr>
            <a:r>
              <a:rPr kumimoji="1" 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会议</a:t>
            </a:r>
            <a:r>
              <a:rPr kumimoji="1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主席</a:t>
            </a:r>
            <a:r>
              <a:rPr kumimoji="1" 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:  </a:t>
            </a:r>
            <a:r>
              <a:rPr kumimoji="1"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邹本奎</a:t>
            </a:r>
            <a:r>
              <a:rPr kumimoji="1" lang="en-US" altLang="zh-CN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kumimoji="1"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教授</a:t>
            </a:r>
            <a:endParaRPr kumimoji="1" lang="zh-CN" altLang="en-US" sz="20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</a:pPr>
            <a:r>
              <a:rPr kumimoji="1"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主办单位：</a:t>
            </a:r>
            <a:r>
              <a:rPr kumimoji="1"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山东省亚健康防治协会</a:t>
            </a:r>
            <a:endParaRPr kumimoji="1" lang="en-US" sz="20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588" name="文本框 9" descr="7b0a2020202022776f7264617274223a2022220a7d0a"/>
          <p:cNvSpPr txBox="1"/>
          <p:nvPr>
            <p:custDataLst>
              <p:tags r:id="rId3"/>
            </p:custDataLst>
          </p:nvPr>
        </p:nvSpPr>
        <p:spPr>
          <a:xfrm>
            <a:off x="1977390" y="837565"/>
            <a:ext cx="79248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b="1">
                <a:ln w="6773"/>
                <a:solidFill>
                  <a:schemeClr val="tx1"/>
                </a:solidFill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2026临床营养规范诊疗系列</a:t>
            </a:r>
            <a:endParaRPr lang="zh-CN" altLang="en-US" sz="4000" b="1">
              <a:ln w="6773"/>
              <a:solidFill>
                <a:schemeClr val="tx1"/>
              </a:solidFill>
              <a:effectLst/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ctr"/>
            <a:r>
              <a:rPr lang="zh-CN" altLang="en-US" sz="4000" b="1">
                <a:ln w="6773"/>
                <a:solidFill>
                  <a:schemeClr val="tx1"/>
                </a:solidFill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学术交流会</a:t>
            </a:r>
            <a:endParaRPr lang="zh-CN" altLang="en-US" sz="4000" b="1">
              <a:ln w="6773"/>
              <a:solidFill>
                <a:schemeClr val="tx1"/>
              </a:solidFill>
              <a:effectLst/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048587" name="文本框 5" descr="7b0a2020202022776f7264617274223a2022220a7d0a"/>
          <p:cNvSpPr txBox="1"/>
          <p:nvPr/>
        </p:nvSpPr>
        <p:spPr>
          <a:xfrm>
            <a:off x="3463290" y="2156460"/>
            <a:ext cx="4953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3600" b="1">
                <a:ln w="8313"/>
                <a:solidFill>
                  <a:schemeClr val="tx1"/>
                </a:solidFill>
                <a:effectLst>
                  <a:innerShdw blurRad="24938">
                    <a:srgbClr val="815029">
                      <a:alpha val="50000"/>
                    </a:srgbClr>
                  </a:inn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秦川飞影简" panose="00020600040101010101" charset="-122"/>
              </a:rPr>
              <a:t>会</a:t>
            </a:r>
            <a:r>
              <a:rPr lang="en-US" altLang="zh-CN" sz="3600" b="1">
                <a:ln w="8313"/>
                <a:solidFill>
                  <a:schemeClr val="tx1"/>
                </a:solidFill>
                <a:effectLst>
                  <a:innerShdw blurRad="24938">
                    <a:srgbClr val="815029">
                      <a:alpha val="50000"/>
                    </a:srgbClr>
                  </a:inn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秦川飞影简" panose="00020600040101010101" charset="-122"/>
              </a:rPr>
              <a:t> </a:t>
            </a:r>
            <a:r>
              <a:rPr lang="zh-CN" altLang="en-US" sz="3600" b="1">
                <a:ln w="8313"/>
                <a:solidFill>
                  <a:schemeClr val="tx1"/>
                </a:solidFill>
                <a:effectLst>
                  <a:innerShdw blurRad="24938">
                    <a:srgbClr val="815029">
                      <a:alpha val="50000"/>
                    </a:srgbClr>
                  </a:inn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秦川飞影简" panose="00020600040101010101" charset="-122"/>
              </a:rPr>
              <a:t>议</a:t>
            </a:r>
            <a:r>
              <a:rPr lang="en-US" altLang="zh-CN" sz="3600" b="1">
                <a:ln w="8313"/>
                <a:solidFill>
                  <a:schemeClr val="tx1"/>
                </a:solidFill>
                <a:effectLst>
                  <a:innerShdw blurRad="24938">
                    <a:srgbClr val="815029">
                      <a:alpha val="50000"/>
                    </a:srgbClr>
                  </a:inn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秦川飞影简" panose="00020600040101010101" charset="-122"/>
              </a:rPr>
              <a:t> </a:t>
            </a:r>
            <a:r>
              <a:rPr lang="zh-CN" altLang="en-US" sz="3600" b="1">
                <a:ln w="8313"/>
                <a:solidFill>
                  <a:schemeClr val="tx1"/>
                </a:solidFill>
                <a:effectLst>
                  <a:innerShdw blurRad="24938">
                    <a:srgbClr val="815029">
                      <a:alpha val="50000"/>
                    </a:srgbClr>
                  </a:inn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秦川飞影简" panose="00020600040101010101" charset="-122"/>
              </a:rPr>
              <a:t>日</a:t>
            </a:r>
            <a:r>
              <a:rPr lang="en-US" altLang="zh-CN" sz="3600" b="1">
                <a:ln w="8313"/>
                <a:solidFill>
                  <a:schemeClr val="tx1"/>
                </a:solidFill>
                <a:effectLst>
                  <a:innerShdw blurRad="24938">
                    <a:srgbClr val="815029">
                      <a:alpha val="50000"/>
                    </a:srgbClr>
                  </a:inn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秦川飞影简" panose="00020600040101010101" charset="-122"/>
              </a:rPr>
              <a:t> </a:t>
            </a:r>
            <a:r>
              <a:rPr lang="zh-CN" altLang="en-US" sz="3600" b="1">
                <a:ln w="8313"/>
                <a:solidFill>
                  <a:schemeClr val="tx1"/>
                </a:solidFill>
                <a:effectLst>
                  <a:innerShdw blurRad="24938">
                    <a:srgbClr val="815029">
                      <a:alpha val="50000"/>
                    </a:srgbClr>
                  </a:inn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秦川飞影简" panose="00020600040101010101" charset="-122"/>
              </a:rPr>
              <a:t>程</a:t>
            </a:r>
            <a:endParaRPr lang="zh-CN" altLang="en-US" sz="3600" b="1">
              <a:ln w="8313"/>
              <a:solidFill>
                <a:schemeClr val="tx1"/>
              </a:solidFill>
              <a:effectLst>
                <a:innerShdw blurRad="24938">
                  <a:srgbClr val="815029">
                    <a:alpha val="50000"/>
                  </a:srgbClr>
                </a:inn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汉仪秦川飞影简" panose="00020600040101010101" charset="-122"/>
            </a:endParaRPr>
          </a:p>
        </p:txBody>
      </p:sp>
      <p:pic>
        <p:nvPicPr>
          <p:cNvPr id="2097152" name="图片 11" descr="亚健康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" y="401955"/>
            <a:ext cx="1490980" cy="1461135"/>
          </a:xfrm>
          <a:prstGeom prst="rect">
            <a:avLst/>
          </a:prstGeom>
        </p:spPr>
      </p:pic>
      <p:graphicFrame>
        <p:nvGraphicFramePr>
          <p:cNvPr id="9" name="表格 8"/>
          <p:cNvGraphicFramePr/>
          <p:nvPr>
            <p:custDataLst>
              <p:tags r:id="rId5"/>
            </p:custDataLst>
          </p:nvPr>
        </p:nvGraphicFramePr>
        <p:xfrm>
          <a:off x="115570" y="5128260"/>
          <a:ext cx="11624945" cy="11501755"/>
        </p:xfrm>
        <a:graphic>
          <a:graphicData uri="http://schemas.openxmlformats.org/drawingml/2006/table">
            <a:tbl>
              <a:tblPr/>
              <a:tblGrid>
                <a:gridCol w="1789430"/>
                <a:gridCol w="4871720"/>
                <a:gridCol w="4963795"/>
              </a:tblGrid>
              <a:tr h="79560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1" i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时间</a:t>
                      </a:r>
                      <a:endParaRPr lang="zh-CN" altLang="en-US" sz="2400" b="1" i="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1" i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内容</a:t>
                      </a:r>
                      <a:endParaRPr lang="zh-CN" altLang="en-US" sz="2400" b="1" i="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2400" b="1" i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讲者</a:t>
                      </a:r>
                      <a:endParaRPr lang="zh-CN" altLang="en-US" sz="2400" b="1" i="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95250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19:00-19:05</a:t>
                      </a:r>
                      <a:endParaRPr lang="zh-CN" altLang="en-US" sz="1800" b="0" i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大会主席致辞</a:t>
                      </a:r>
                      <a:endParaRPr lang="zh-CN" altLang="en-US" sz="1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邹本奎 教授  山东省肿瘤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医院</a:t>
                      </a:r>
                      <a:endParaRPr lang="zh-CN" altLang="en-US" sz="1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5655">
                <a:tc gridSpan="3"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zh-CN" altLang="en-US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主持：高</a:t>
                      </a:r>
                      <a:r>
                        <a:rPr lang="zh-CN" altLang="en-US" sz="1800" b="0" i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r>
                        <a:rPr lang="zh-CN" altLang="en-US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超</a:t>
                      </a:r>
                      <a:r>
                        <a:rPr lang="en-US" altLang="zh-CN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zh-CN" altLang="en-US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教授</a:t>
                      </a:r>
                      <a:r>
                        <a:rPr lang="en-US" altLang="zh-CN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zh-CN" altLang="en-US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山东大学齐鲁医院</a:t>
                      </a:r>
                      <a:endParaRPr lang="zh-CN" altLang="en-US" sz="1800" b="0" i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425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19:</a:t>
                      </a:r>
                      <a:r>
                        <a:rPr lang="en-US" altLang="zh-CN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05</a:t>
                      </a:r>
                      <a:r>
                        <a:rPr lang="zh-CN" altLang="en-US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-19:</a:t>
                      </a:r>
                      <a:r>
                        <a:rPr lang="en-US" altLang="zh-CN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  <a:endParaRPr lang="en-US" altLang="zh-CN" sz="1800" b="0" i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en-US" altLang="zh-CN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MDT</a:t>
                      </a:r>
                      <a:r>
                        <a:rPr lang="zh-CN" altLang="en-US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导向前列腺肉瘤个体化治疗路径</a:t>
                      </a:r>
                      <a:r>
                        <a:rPr lang="zh-CN" altLang="en-US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探索</a:t>
                      </a:r>
                      <a:endParaRPr lang="zh-CN" altLang="en-US" sz="1800" b="0" i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郭任博 教授  山东省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肿瘤医院</a:t>
                      </a:r>
                      <a:endParaRPr lang="zh-CN" altLang="en-US" sz="1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001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19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:</a:t>
                      </a:r>
                      <a:r>
                        <a:rPr lang="en-US" alt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35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-</a:t>
                      </a:r>
                      <a:r>
                        <a:rPr lang="en-US" alt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19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:</a:t>
                      </a:r>
                      <a:r>
                        <a:rPr lang="en-US" alt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45</a:t>
                      </a:r>
                      <a:endParaRPr lang="en-US" altLang="zh-CN" sz="1800" b="0" i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讨论环</a:t>
                      </a:r>
                      <a:r>
                        <a:rPr lang="zh-CN" altLang="en-US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节</a:t>
                      </a:r>
                      <a:endParaRPr lang="zh-CN" altLang="en-US" sz="1800" b="0" i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ts val="32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杨秀婷 教授  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山东大学齐鲁医院</a:t>
                      </a:r>
                      <a:endParaRPr lang="zh-CN" altLang="en-US" sz="1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indent="0" algn="l" fontAlgn="ctr">
                        <a:lnSpc>
                          <a:spcPts val="32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崔景利 教授</a:t>
                      </a:r>
                      <a:r>
                        <a:rPr lang="en-US" alt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山东省肿瘤医院</a:t>
                      </a:r>
                      <a:endParaRPr lang="zh-CN" altLang="en-US" sz="1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5600">
                <a:tc gridSpan="3"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主持：赵传宗</a:t>
                      </a:r>
                      <a:r>
                        <a:rPr lang="en-US" alt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教授</a:t>
                      </a:r>
                      <a:r>
                        <a:rPr lang="en-US" alt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山东大学齐鲁医院</a:t>
                      </a:r>
                      <a:endParaRPr lang="en-US" altLang="zh-CN" sz="1800" b="0" i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280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19:</a:t>
                      </a:r>
                      <a:r>
                        <a:rPr lang="en-US" altLang="zh-CN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45</a:t>
                      </a:r>
                      <a:r>
                        <a:rPr lang="zh-CN" altLang="en-US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en-US" altLang="zh-CN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r>
                        <a:rPr lang="zh-CN" altLang="en-US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</a:t>
                      </a:r>
                      <a:r>
                        <a:rPr lang="en-US" altLang="zh-CN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en-US" altLang="zh-CN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800" b="0" i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鱼油脂肪乳剂临床应用中国专家共识（</a:t>
                      </a:r>
                      <a:r>
                        <a:rPr lang="en-US" altLang="zh-CN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r>
                        <a:rPr lang="zh-CN" altLang="en-US" sz="1800" b="0" i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版）</a:t>
                      </a:r>
                      <a:endParaRPr lang="zh-CN" altLang="en-US" sz="1800" b="0" i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马</a:t>
                      </a:r>
                      <a:r>
                        <a:rPr lang="zh-CN" altLang="en-US" sz="18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　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田 教授  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山东大学齐鲁医院</a:t>
                      </a:r>
                      <a:endParaRPr lang="zh-CN" altLang="en-US" sz="1800" b="0" i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960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:</a:t>
                      </a:r>
                      <a:r>
                        <a:rPr lang="en-US" alt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en-US" alt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5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-</a:t>
                      </a:r>
                      <a:r>
                        <a:rPr lang="en-US" alt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:</a:t>
                      </a:r>
                      <a:r>
                        <a:rPr lang="en-US" alt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25</a:t>
                      </a:r>
                      <a:endParaRPr lang="en-US" altLang="zh-CN" sz="1800" b="0" i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讨论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环节</a:t>
                      </a:r>
                      <a:endParaRPr lang="zh-CN" altLang="en-US" sz="1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ts val="32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李</a:t>
                      </a:r>
                      <a:r>
                        <a:rPr lang="zh-CN" altLang="en-US" sz="18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　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磊 教授</a:t>
                      </a:r>
                      <a:r>
                        <a:rPr lang="en-US" alt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单县中心医院</a:t>
                      </a:r>
                      <a:endParaRPr lang="zh-CN" altLang="en-US" sz="1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indent="0" algn="l" fontAlgn="ctr">
                        <a:lnSpc>
                          <a:spcPts val="32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朱</a:t>
                      </a:r>
                      <a:r>
                        <a:rPr lang="zh-CN" altLang="en-US" sz="18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　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帅 教授 </a:t>
                      </a:r>
                      <a:r>
                        <a:rPr lang="en-US" alt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山东大学齐鲁医院</a:t>
                      </a: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德州医院</a:t>
                      </a:r>
                      <a:endParaRPr lang="zh-CN" altLang="en-US" sz="1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5400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20:25-20:30</a:t>
                      </a:r>
                      <a:endParaRPr lang="zh-CN" altLang="en-US" sz="1800" b="0" i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会议总结</a:t>
                      </a:r>
                      <a:endParaRPr lang="zh-CN" altLang="en-US" sz="1800" b="0" i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ts val="32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邹本奎 教授  山东省肿瘤医院</a:t>
                      </a:r>
                      <a:endParaRPr lang="zh-CN" altLang="en-US" sz="1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INDEX" val="5"/>
  <p:tag name="KSO_WM_UNIT_TEXT_SUBTYPE" val="a"/>
  <p:tag name="KSO_WM_UNIT_SUBTYPE" val="a"/>
  <p:tag name="KSO_WM_UNIT_TYPE" val="f"/>
  <p:tag name="KSO_WM_BEAUTIFY_FLAG" val="#wm#"/>
</p:tagLst>
</file>

<file path=ppt/tags/tag3.xml><?xml version="1.0" encoding="utf-8"?>
<p:tagLst xmlns:p="http://schemas.openxmlformats.org/presentationml/2006/main">
  <p:tag name="TABLE_ENDDRAG_ORIGIN_RECT" val="915*788"/>
  <p:tag name="TABLE_ENDDRAG_RECT" val="9*403*915*788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</Words>
  <Application>WPS 演示</Application>
  <PresentationFormat/>
  <Paragraphs>66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Verdana</vt:lpstr>
      <vt:lpstr>仿宋</vt:lpstr>
      <vt:lpstr>汉仪秦川飞影简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陈凯歌</dc:creator>
  <cp:lastModifiedBy>Believe.</cp:lastModifiedBy>
  <cp:revision>16</cp:revision>
  <dcterms:created xsi:type="dcterms:W3CDTF">2026-07-23T06:44:00Z</dcterms:created>
  <dcterms:modified xsi:type="dcterms:W3CDTF">2026-09-02T09:28:43Z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58FC7D4AABB04BB79B1540084213DB94_13</vt:lpwstr>
  </property>
  <property fmtid="{D5CDD505-2E9C-101B-9397-08002B2CF9AE}" pid="3" name="KSOProductBuildVer">
    <vt:lpwstr>2052-12.1.0.28505</vt:lpwstr>
  </property>
</Properties>
</file>