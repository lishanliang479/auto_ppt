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84420" y="605155"/>
            <a:ext cx="6800850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郭任博 </a:t>
            </a:r>
            <a:endParaRPr lang="zh-CN" altLang="en-US" sz="1400"/>
          </a:p>
          <a:p>
            <a:r>
              <a:rPr lang="zh-CN" altLang="en-US" sz="1400"/>
              <a:t>医学博士 博士后 副研究员</a:t>
            </a:r>
            <a:endParaRPr lang="zh-CN" altLang="en-US" sz="1400"/>
          </a:p>
          <a:p>
            <a:r>
              <a:rPr lang="zh-CN" altLang="en-US" sz="1400"/>
              <a:t>山东省肿瘤医院泌尿外科副主任</a:t>
            </a:r>
            <a:endParaRPr lang="zh-CN" altLang="en-US" sz="1400"/>
          </a:p>
          <a:p>
            <a:r>
              <a:rPr lang="zh-CN" altLang="en-US" sz="1400"/>
              <a:t>临床副教授 硕士研究生导师</a:t>
            </a:r>
            <a:endParaRPr lang="zh-CN" altLang="en-US" sz="1400"/>
          </a:p>
          <a:p>
            <a:r>
              <a:rPr lang="zh-CN" altLang="en-US" sz="1400"/>
              <a:t>山东省肿瘤医院泌尿生殖系统肿瘤</a:t>
            </a:r>
            <a:r>
              <a:rPr lang="en-US" altLang="zh-CN" sz="1400"/>
              <a:t>MDT</a:t>
            </a:r>
            <a:r>
              <a:rPr lang="zh-CN" altLang="en-US" sz="1400"/>
              <a:t>秘书</a:t>
            </a:r>
            <a:endParaRPr lang="zh-CN" altLang="en-US" sz="1400"/>
          </a:p>
          <a:p>
            <a:r>
              <a:rPr lang="zh-CN" altLang="en-US" sz="1400"/>
              <a:t>中国人民解放军总医院肾癌伴腔静脉癌栓协作组委员</a:t>
            </a:r>
            <a:endParaRPr lang="zh-CN" altLang="en-US" sz="1400"/>
          </a:p>
          <a:p>
            <a:r>
              <a:rPr lang="zh-CN" altLang="en-US" sz="1400"/>
              <a:t>山东省医学会泌尿外科分会青年学组委员</a:t>
            </a:r>
            <a:endParaRPr lang="zh-CN" altLang="en-US" sz="1400"/>
          </a:p>
          <a:p>
            <a:r>
              <a:rPr lang="zh-CN" altLang="en-US" sz="1400"/>
              <a:t>山东省医学会泌尿外科分会肿瘤学组委员、秘书</a:t>
            </a:r>
            <a:endParaRPr lang="zh-CN" altLang="en-US" sz="1400"/>
          </a:p>
          <a:p>
            <a:r>
              <a:rPr lang="zh-CN" altLang="en-US" sz="1400"/>
              <a:t>山东省医师协会男科学医师分会委员</a:t>
            </a:r>
            <a:endParaRPr lang="zh-CN" altLang="en-US" sz="1400"/>
          </a:p>
          <a:p>
            <a:r>
              <a:rPr lang="zh-CN" altLang="en-US" sz="1400"/>
              <a:t>山东省抗癌协会泌尿男生殖系肿瘤分会青委秘书</a:t>
            </a:r>
            <a:endParaRPr lang="zh-CN" altLang="en-US" sz="1400"/>
          </a:p>
          <a:p>
            <a:r>
              <a:rPr lang="zh-CN" altLang="en-US" sz="1400"/>
              <a:t>山东省抗癌协会泌尿男生殖系肿瘤分会委员</a:t>
            </a:r>
            <a:endParaRPr lang="zh-CN" altLang="en-US" sz="1400"/>
          </a:p>
          <a:p>
            <a:r>
              <a:rPr lang="zh-CN" altLang="en-US" sz="1400"/>
              <a:t>青年医务工作者协会泌尿男生殖系肿瘤多学科诊疗分会秘书、常委</a:t>
            </a:r>
            <a:endParaRPr lang="zh-CN" altLang="en-US" sz="1400"/>
          </a:p>
          <a:p>
            <a:r>
              <a:rPr lang="zh-CN" altLang="en-US" sz="1400"/>
              <a:t>山东省卫生保健协会泌尿外科分会委员、</a:t>
            </a:r>
            <a:r>
              <a:rPr lang="en-US" altLang="zh-CN" sz="1400"/>
              <a:t>MDT</a:t>
            </a:r>
            <a:r>
              <a:rPr lang="zh-CN" altLang="en-US" sz="1400"/>
              <a:t>专委员会常委</a:t>
            </a:r>
            <a:endParaRPr lang="zh-CN" altLang="en-US" sz="1400"/>
          </a:p>
          <a:p>
            <a:r>
              <a:rPr lang="zh-CN" altLang="en-US" sz="1400"/>
              <a:t>山东省卫生保健协会性医学专家委员会常委</a:t>
            </a:r>
            <a:endParaRPr lang="zh-CN" altLang="en-US" sz="1400"/>
          </a:p>
          <a:p>
            <a:r>
              <a:rPr lang="zh-CN" altLang="en-US" sz="1400"/>
              <a:t>山东省患者安全管理协会泌尿外科专业委员会常委</a:t>
            </a:r>
            <a:endParaRPr lang="zh-CN" altLang="en-US" sz="1400"/>
          </a:p>
          <a:p>
            <a:r>
              <a:rPr lang="zh-CN" altLang="en-US" sz="1400"/>
              <a:t>山东省医学会医院感染管理分会青年学组委员</a:t>
            </a:r>
            <a:endParaRPr lang="zh-CN" altLang="en-US" sz="1400"/>
          </a:p>
          <a:p>
            <a:r>
              <a:rPr lang="zh-CN" altLang="en-US" sz="1400"/>
              <a:t>山东省医学会泌尿外科分会女性泌尿外科学组委员</a:t>
            </a:r>
            <a:endParaRPr lang="zh-CN" altLang="en-US" sz="1400"/>
          </a:p>
          <a:p>
            <a:r>
              <a:rPr lang="zh-CN" altLang="en-US" sz="1400"/>
              <a:t>山东省老年医学学会泌尿外科专业委员会委员</a:t>
            </a:r>
            <a:endParaRPr lang="zh-CN" altLang="en-US" sz="1400"/>
          </a:p>
          <a:p>
            <a:r>
              <a:rPr lang="zh-CN" altLang="en-US" sz="1400"/>
              <a:t>山东省医学会泌尿外科分会机器人学组委员</a:t>
            </a:r>
            <a:endParaRPr lang="zh-CN" altLang="en-US" sz="1400"/>
          </a:p>
          <a:p>
            <a:r>
              <a:rPr lang="zh-CN" altLang="en-US" sz="1400"/>
              <a:t>山东省医学伦理学学会泌尿肿瘤外科分会委员</a:t>
            </a:r>
            <a:endParaRPr lang="zh-CN" altLang="en-US" sz="1400"/>
          </a:p>
          <a:p>
            <a:r>
              <a:rPr lang="zh-CN" altLang="en-US" sz="1400"/>
              <a:t>山东省医学会泌尿外科分会激光学组委员</a:t>
            </a:r>
            <a:endParaRPr lang="zh-CN" altLang="en-US" sz="1400"/>
          </a:p>
          <a:p>
            <a:r>
              <a:rPr lang="zh-CN" altLang="en-US" sz="1400"/>
              <a:t>山东省健康管理协会泌尿系肿瘤分会委员</a:t>
            </a:r>
            <a:endParaRPr lang="zh-CN" altLang="en-US" sz="1400"/>
          </a:p>
          <a:p>
            <a:r>
              <a:rPr lang="zh-CN" altLang="en-US" sz="1400"/>
              <a:t>山东省老年医学会泌尿肿瘤分会委员</a:t>
            </a:r>
            <a:endParaRPr lang="zh-CN" altLang="en-US" sz="1400"/>
          </a:p>
          <a:p>
            <a:r>
              <a:rPr lang="zh-CN" altLang="en-US" sz="1400"/>
              <a:t>山东省干细胞学会泌尿外科分会委员</a:t>
            </a:r>
            <a:endParaRPr lang="zh-CN" altLang="en-US" sz="1400"/>
          </a:p>
          <a:p>
            <a:r>
              <a:rPr lang="zh-CN" altLang="en-US" sz="1400"/>
              <a:t>山东省健康管理协会微创泌尿外科分会委员</a:t>
            </a:r>
            <a:endParaRPr lang="zh-CN" altLang="en-US" sz="1400"/>
          </a:p>
        </p:txBody>
      </p:sp>
      <p:pic>
        <p:nvPicPr>
          <p:cNvPr id="5" name="图片 4" descr="微信图片_20260902094945_20_1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125855"/>
            <a:ext cx="3106420" cy="40582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Believe.</cp:lastModifiedBy>
  <cp:revision>157</cp:revision>
  <dcterms:created xsi:type="dcterms:W3CDTF">2019-06-19T02:08:00Z</dcterms:created>
  <dcterms:modified xsi:type="dcterms:W3CDTF">2026-09-02T06:59:55Z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331D19B0B73E42E3BFDE0BFD34E1A2EC_11</vt:lpwstr>
  </property>
</Properties>
</file>