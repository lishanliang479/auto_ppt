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11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钟静" initials="钟静" lastIdx="11" clrIdx="0"/>
  <p:cmAuthor id="2" name="amy" initials="a" lastIdx="12" clrIdx="1"/>
  <p:cmAuthor id="3" name="Cherry W" initials="CW" lastIdx="1" clrIdx="2"/>
  <p:cmAuthor id="4" name="Microsoft" initials="M" lastIdx="15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462" y="12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59E3F07-07A7-4330-91CE-6077E02A8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4992914" y="0"/>
            <a:ext cx="6903811" cy="6924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博士，主任医师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，临床副教授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，研究生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导师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山东省肿瘤医院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泌尿外科主任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，泌尿系统肿瘤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MDT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专家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14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齐鲁人才工程卫生健康人才</a:t>
            </a:r>
            <a:endParaRPr lang="en-US" altLang="zh-CN" sz="14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中国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临床肿瘤学会前列腺癌专委会委员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中国抗癌协会泌尿系肿瘤分会委员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全国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卫生技术推广传承应用项目泌尿外科专业委员会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委员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山东省青年医务工作者协会泌尿男生殖系肿瘤分会主任委员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山东省抗癌协会泌尿男生殖肿瘤分会候任主任委员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山东省医学会泌尿外科分会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委员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山东省医学会泌尿外科分会肿瘤学组副组长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山东省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医学会医院感染管理分会外科学组副组长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山东省医师协会高血压外科分会常委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山东省医师协会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男科医师分会常委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山东省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临床肿瘤学会前列腺癌专委会副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主任委员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山东省患者安全管理协会泌尿外科分会副主任委员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山东省医学伦理学会泌尿肿瘤分会副理事长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山东省转化医学分会泌尿外科分会副理事长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山东省保健协会泌尿外科分会副主任委员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济南市劳动能力鉴定医疗卫生专家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《JCO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中文版泌尿专刊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青年编委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《当代泌尿外科杂志》青年编委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/>
          <p:nvPr/>
        </p:nvSpPr>
        <p:spPr>
          <a:xfrm>
            <a:off x="1644015" y="5326380"/>
            <a:ext cx="25615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400" b="1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邹本奎</a:t>
            </a:r>
            <a:endParaRPr lang="zh-CN" altLang="zh-CN" sz="2400" b="1" noProof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63370" y="1078230"/>
            <a:ext cx="3076575" cy="4013200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</Words>
  <Application>WPS 演示</Application>
  <PresentationFormat>宽屏</PresentationFormat>
  <Paragraphs>25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Believe.</cp:lastModifiedBy>
  <cp:revision>192</cp:revision>
  <dcterms:created xsi:type="dcterms:W3CDTF">2019-06-19T02:08:00Z</dcterms:created>
  <dcterms:modified xsi:type="dcterms:W3CDTF">2026-09-02T07:00:14Z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E76189AF70A145068F53CFCD418AA74D_13</vt:lpwstr>
  </property>
</Properties>
</file>