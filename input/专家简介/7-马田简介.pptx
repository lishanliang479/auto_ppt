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24"/>
  </p:normalViewPr>
  <p:slideViewPr>
    <p:cSldViewPr snapToGrid="0" snapToObjects="1">
      <p:cViewPr varScale="1">
        <p:scale>
          <a:sx n="100" d="100"/>
          <a:sy n="100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04FF6-AA43-DA4A-9B57-C5F5020D791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02F66-FB6A-7D4A-9E6B-71D0FC6C07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4257" y="485140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CN" altLang="en-US" sz="3600" dirty="0"/>
              <a:t>马田</a:t>
            </a:r>
            <a:endParaRPr kumimoji="1" lang="zh-CN" altLang="en-US" sz="36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67" y="1638214"/>
            <a:ext cx="2249230" cy="3213186"/>
          </a:xfrm>
        </p:spPr>
      </p:pic>
      <p:sp>
        <p:nvSpPr>
          <p:cNvPr id="5" name="内容占位符 2"/>
          <p:cNvSpPr txBox="1"/>
          <p:nvPr/>
        </p:nvSpPr>
        <p:spPr>
          <a:xfrm>
            <a:off x="4323402" y="1825625"/>
            <a:ext cx="71591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2000" dirty="0"/>
              <a:t>山东大学齐鲁医院 消化内科 主治医师</a:t>
            </a:r>
            <a:endParaRPr kumimoji="1"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2000" dirty="0"/>
              <a:t>中国医药卫生发展基金会消化青委会秘书</a:t>
            </a:r>
            <a:endParaRPr kumimoji="1"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2000" dirty="0"/>
              <a:t>山东省医学会消化内镜分会青年学组秘书</a:t>
            </a:r>
            <a:endParaRPr kumimoji="1"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2000" dirty="0"/>
              <a:t>山东省医学会消化内镜分会小肠镜学组委员</a:t>
            </a:r>
            <a:endParaRPr kumimoji="1"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2000" dirty="0"/>
              <a:t>山东省医学会消化病学分会微生态学组委员</a:t>
            </a:r>
            <a:endParaRPr kumimoji="1"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1" lang="zh-CN" altLang="en-US" sz="2000" dirty="0"/>
              <a:t>山东省研究型医院学会消化病学分会秘书</a:t>
            </a:r>
            <a:endParaRPr kumimoji="1"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/>
              <a:buNone/>
            </a:pPr>
            <a:r>
              <a:rPr kumimoji="1" lang="en-US" altLang="zh-CN" sz="2000" dirty="0"/>
              <a:t>《</a:t>
            </a:r>
            <a:r>
              <a:rPr kumimoji="1" lang="zh-CN" altLang="en-US" sz="2000" dirty="0"/>
              <a:t>小肠疾病内镜诊治</a:t>
            </a:r>
            <a:r>
              <a:rPr kumimoji="1" lang="en-US" altLang="zh-CN" sz="2000" dirty="0"/>
              <a:t>》</a:t>
            </a:r>
            <a:r>
              <a:rPr kumimoji="1" lang="zh-CN" altLang="en-US" sz="2000" dirty="0"/>
              <a:t>副主编，参与</a:t>
            </a:r>
            <a:r>
              <a:rPr kumimoji="1" lang="en-US" altLang="zh-CN" sz="2000" dirty="0"/>
              <a:t>《</a:t>
            </a:r>
            <a:r>
              <a:rPr kumimoji="1" lang="zh-CN" altLang="en-US" sz="2000" dirty="0"/>
              <a:t>下消化道疾病内镜综合诊治</a:t>
            </a:r>
            <a:r>
              <a:rPr kumimoji="1" lang="en-US" altLang="zh-CN" sz="2000" dirty="0"/>
              <a:t>》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《</a:t>
            </a:r>
            <a:r>
              <a:rPr kumimoji="1" lang="zh-CN" altLang="en-US" sz="2000" dirty="0"/>
              <a:t>消化内科典型病例</a:t>
            </a:r>
            <a:r>
              <a:rPr kumimoji="1" lang="en-US" altLang="zh-CN" sz="2000" dirty="0"/>
              <a:t>》</a:t>
            </a:r>
            <a:r>
              <a:rPr kumimoji="1" lang="zh-CN" altLang="en-US" sz="2000" dirty="0"/>
              <a:t>等著作编写。</a:t>
            </a:r>
            <a:endParaRPr kumimoji="1" lang="en-US" altLang="zh-C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kumimoji="1"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等线 Light</vt:lpstr>
      <vt:lpstr>等线</vt:lpstr>
      <vt:lpstr>微软雅黑</vt:lpstr>
      <vt:lpstr>Arial Unicode MS</vt:lpstr>
      <vt:lpstr>Calibri</vt:lpstr>
      <vt:lpstr>Office 主题</vt:lpstr>
      <vt:lpstr>马田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马田</dc:title>
  <dc:creator>ZXST0196</dc:creator>
  <cp:lastModifiedBy>Believe.</cp:lastModifiedBy>
  <cp:revision>14</cp:revision>
  <dcterms:created xsi:type="dcterms:W3CDTF">2021-06-23T14:42:00Z</dcterms:created>
  <dcterms:modified xsi:type="dcterms:W3CDTF">2026-09-02T07:26:48Z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94E5A2F6798D4C999F4E05EFDBE7F1FA_13</vt:lpwstr>
  </property>
  <property fmtid="{D5CDD505-2E9C-101B-9397-08002B2CF9AE}" pid="3" name="KSOProductBuildVer">
    <vt:lpwstr>2052-12.1.0.28505</vt:lpwstr>
  </property>
</Properties>
</file>