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9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文本框 100"/>
          <p:cNvSpPr txBox="1"/>
          <p:nvPr/>
        </p:nvSpPr>
        <p:spPr>
          <a:xfrm>
            <a:off x="4581525" y="1094740"/>
            <a:ext cx="7449820" cy="43999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en-US" sz="28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lang="zh-CN" sz="2800" b="0">
                <a:latin typeface="Calibri" panose="020F0502020204030204" charset="0"/>
                <a:ea typeface="宋体" panose="02010600030101010101" pitchFamily="2" charset="-122"/>
              </a:rPr>
              <a:t>   赵传宗</a:t>
            </a:r>
            <a:endParaRPr lang="zh-CN" sz="2800" b="0">
              <a:latin typeface="Calibri" panose="020F0502020204030204" charset="0"/>
              <a:ea typeface="宋体" panose="02010600030101010101" pitchFamily="2" charset="-122"/>
            </a:endParaRPr>
          </a:p>
          <a:p>
            <a:pPr indent="266700"/>
            <a:r>
              <a:rPr lang="zh-CN" sz="2800" b="0">
                <a:latin typeface="Calibri" panose="020F0502020204030204" charset="0"/>
                <a:ea typeface="宋体" panose="02010600030101010101" pitchFamily="2" charset="-122"/>
              </a:rPr>
              <a:t>山东大学齐鲁医院</a:t>
            </a:r>
            <a:r>
              <a:rPr lang="en-US" altLang="zh-CN" sz="2800" b="0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zh-CN" sz="2800" b="0">
                <a:latin typeface="Calibri" panose="020F0502020204030204" charset="0"/>
                <a:ea typeface="宋体" panose="02010600030101010101" pitchFamily="2" charset="-122"/>
              </a:rPr>
              <a:t>肝胆外科主治医师，</a:t>
            </a:r>
            <a:endParaRPr lang="zh-CN" sz="2800" b="0">
              <a:latin typeface="Calibri" panose="020F0502020204030204" charset="0"/>
              <a:ea typeface="宋体" panose="02010600030101010101" pitchFamily="2" charset="-122"/>
            </a:endParaRPr>
          </a:p>
          <a:p>
            <a:pPr indent="266700"/>
            <a:r>
              <a:rPr lang="zh-CN" sz="2800" b="0">
                <a:latin typeface="Calibri" panose="020F0502020204030204" charset="0"/>
                <a:ea typeface="宋体" panose="02010600030101010101" pitchFamily="2" charset="-122"/>
              </a:rPr>
              <a:t>医学博士，博士后。</a:t>
            </a:r>
            <a:endParaRPr lang="zh-CN" sz="2800" b="0">
              <a:latin typeface="Calibri" panose="020F0502020204030204" charset="0"/>
              <a:ea typeface="宋体" panose="02010600030101010101" pitchFamily="2" charset="-122"/>
            </a:endParaRPr>
          </a:p>
          <a:p>
            <a:pPr indent="266700"/>
            <a:endParaRPr sz="2800" b="0">
              <a:latin typeface="Calibri" panose="020F0502020204030204" charset="0"/>
              <a:ea typeface="宋体" panose="02010600030101010101" pitchFamily="2" charset="-122"/>
            </a:endParaRPr>
          </a:p>
          <a:p>
            <a:pPr indent="266700"/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中国老年保健协会肝癌综合治疗专委会</a:t>
            </a:r>
            <a:r>
              <a:rPr lang="en-US" altLang="zh-CN" sz="2000" b="0">
                <a:latin typeface="Calibri" panose="020F0502020204030204" charset="0"/>
                <a:ea typeface="宋体" panose="02010600030101010101" pitchFamily="2" charset="-122"/>
              </a:rPr>
              <a:t>                        </a:t>
            </a:r>
            <a:r>
              <a:rPr lang="zh-CN" altLang="en-US" sz="2000" b="0">
                <a:latin typeface="Calibri" panose="020F0502020204030204" charset="0"/>
                <a:ea typeface="宋体" panose="02010600030101010101" pitchFamily="2" charset="-122"/>
              </a:rPr>
              <a:t>委员</a:t>
            </a:r>
            <a:endParaRPr lang="zh-CN" sz="2000" b="0">
              <a:latin typeface="Calibri" panose="020F0502020204030204" charset="0"/>
              <a:ea typeface="宋体" panose="02010600030101010101" pitchFamily="2" charset="-122"/>
            </a:endParaRPr>
          </a:p>
          <a:p>
            <a:pPr indent="266700"/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山东省抗癌协会肝胆肿瘤分会青年委员会</a:t>
            </a:r>
            <a:r>
              <a:rPr lang="en-US" altLang="zh-CN" sz="2000" b="0">
                <a:latin typeface="Calibri" panose="020F0502020204030204" charset="0"/>
                <a:ea typeface="宋体" panose="02010600030101010101" pitchFamily="2" charset="-122"/>
              </a:rPr>
              <a:t>                   </a:t>
            </a:r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委员</a:t>
            </a:r>
            <a:endParaRPr sz="2000" b="0">
              <a:latin typeface="Calibri" panose="020F0502020204030204" charset="0"/>
              <a:ea typeface="宋体" panose="02010600030101010101" pitchFamily="2" charset="-122"/>
            </a:endParaRPr>
          </a:p>
          <a:p>
            <a:pPr indent="266700"/>
            <a:r>
              <a:rPr sz="2000" b="0">
                <a:latin typeface="Calibri" panose="020F0502020204030204" charset="0"/>
                <a:ea typeface="宋体" panose="02010600030101010101" pitchFamily="2" charset="-122"/>
              </a:rPr>
              <a:t>山东省疼痛医学会腹腔镜肝胆胰外科专业委员会</a:t>
            </a:r>
            <a:r>
              <a:rPr lang="en-US" sz="2000" b="0">
                <a:latin typeface="Calibri" panose="020F0502020204030204" charset="0"/>
                <a:ea typeface="宋体" panose="02010600030101010101" pitchFamily="2" charset="-122"/>
              </a:rPr>
              <a:t>      </a:t>
            </a:r>
            <a:r>
              <a:rPr sz="2000" b="0">
                <a:latin typeface="Calibri" panose="020F0502020204030204" charset="0"/>
                <a:ea typeface="宋体" panose="02010600030101010101" pitchFamily="2" charset="-122"/>
              </a:rPr>
              <a:t>委员</a:t>
            </a:r>
            <a:endParaRPr sz="2000" b="0">
              <a:latin typeface="Calibri" panose="020F0502020204030204" charset="0"/>
              <a:ea typeface="宋体" panose="02010600030101010101" pitchFamily="2" charset="-122"/>
            </a:endParaRPr>
          </a:p>
          <a:p>
            <a:pPr indent="266700"/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山东省老年医学会</a:t>
            </a:r>
            <a:r>
              <a:rPr lang="zh-CN" sz="20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腹腔镜肝胆胰微创</a:t>
            </a:r>
            <a:r>
              <a:rPr lang="zh-CN" sz="20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治疗委员会</a:t>
            </a:r>
            <a:r>
              <a:rPr lang="en-US" altLang="zh-CN" sz="20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      </a:t>
            </a:r>
            <a:r>
              <a:rPr lang="zh-CN" altLang="en-US" sz="20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委员</a:t>
            </a:r>
            <a:endParaRPr lang="zh-CN" altLang="en-US" sz="200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indent="266700"/>
            <a:r>
              <a:rPr lang="zh-CN" sz="20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山东省老年医学会</a:t>
            </a:r>
            <a:r>
              <a:rPr lang="zh-CN" sz="20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肝胆胰外科</a:t>
            </a:r>
            <a:r>
              <a:rPr lang="zh-CN" sz="20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治疗委员会</a:t>
            </a:r>
            <a:r>
              <a:rPr lang="en-US" altLang="zh-CN" sz="20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                    </a:t>
            </a:r>
            <a:r>
              <a:rPr lang="zh-CN" altLang="en-US" sz="20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委员</a:t>
            </a:r>
            <a:endParaRPr lang="zh-CN" altLang="en-US" sz="2000" b="0">
              <a:latin typeface="Calibri" panose="020F0502020204030204" charset="0"/>
              <a:ea typeface="宋体" panose="02010600030101010101" pitchFamily="2" charset="-122"/>
            </a:endParaRPr>
          </a:p>
          <a:p>
            <a:pPr indent="266700"/>
            <a:r>
              <a:rPr sz="20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山东省疼痛医学会临床营养与支持治疗专业委员会</a:t>
            </a:r>
            <a:r>
              <a:rPr lang="en-US" sz="20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 </a:t>
            </a:r>
            <a:r>
              <a:rPr lang="zh-CN" sz="20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常务</a:t>
            </a:r>
            <a:r>
              <a:rPr sz="20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委员</a:t>
            </a:r>
            <a:endParaRPr sz="200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indent="266700"/>
            <a:r>
              <a:rPr lang="zh-CN" sz="20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山东省医药教育协会肝胆肿瘤多学科治疗委员</a:t>
            </a:r>
            <a:r>
              <a:rPr lang="en-US" altLang="zh-CN" sz="20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         </a:t>
            </a:r>
            <a:r>
              <a:rPr lang="zh-CN" sz="20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常务</a:t>
            </a:r>
            <a:r>
              <a:rPr sz="20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委员</a:t>
            </a:r>
            <a:endParaRPr lang="en-US" altLang="zh-CN" sz="200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2" name="图片 1" descr="蓝色通用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90" y="1542415"/>
            <a:ext cx="2795270" cy="39128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MTY3ZjA3YjJjN2Q0YzI0MjEzN2Q0ZDEwZjU2YzU1NTQifQ=="/>
  <p:tag name="KSO_WPP_MARK_KEY" val="b545c05f-89c7-4709-a1c4-a33951c78cd2"/>
  <p:tag name="commondata" val="eyJoZGlkIjoiOTZmOTc3ZjdiYzE5ZjJmZWM1NGRjOGU0MmI0ZmM0MTU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</Words>
  <Application>WPS 演示</Application>
  <PresentationFormat>宽屏</PresentationFormat>
  <Paragraphs>13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Wingdings</vt:lpstr>
      <vt:lpstr>Calibri</vt:lpstr>
      <vt:lpstr>Times New Roman</vt:lpstr>
      <vt:lpstr>Arial Unicode MS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Believe.</cp:lastModifiedBy>
  <cp:revision>159</cp:revision>
  <dcterms:created xsi:type="dcterms:W3CDTF">2019-06-19T02:08:00Z</dcterms:created>
  <dcterms:modified xsi:type="dcterms:W3CDTF">2026-09-02T07:29:10Z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A38CABFB33B44411929CFE4F963F558D_13</vt:lpwstr>
  </property>
</Properties>
</file>