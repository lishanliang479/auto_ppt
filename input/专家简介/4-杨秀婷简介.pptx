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50" r:id="rId3"/>
  </p:sldIdLst>
  <p:sldSz cx="9144000" cy="5143500" type="screen16x9"/>
  <p:notesSz cx="6798945" cy="9929495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2" userDrawn="1">
          <p15:clr>
            <a:srgbClr val="A4A3A4"/>
          </p15:clr>
        </p15:guide>
        <p15:guide id="2" orient="horz" pos="197" userDrawn="1">
          <p15:clr>
            <a:srgbClr val="A4A3A4"/>
          </p15:clr>
        </p15:guide>
        <p15:guide id="3" orient="horz" pos="3000" userDrawn="1">
          <p15:clr>
            <a:srgbClr val="A4A3A4"/>
          </p15:clr>
        </p15:guide>
        <p15:guide id="4" orient="horz" pos="976" userDrawn="1">
          <p15:clr>
            <a:srgbClr val="A4A3A4"/>
          </p15:clr>
        </p15:guide>
        <p15:guide id="5" pos="5532" userDrawn="1">
          <p15:clr>
            <a:srgbClr val="A4A3A4"/>
          </p15:clr>
        </p15:guide>
        <p15:guide id="6" pos="2880" userDrawn="1">
          <p15:clr>
            <a:srgbClr val="A4A3A4"/>
          </p15:clr>
        </p15:guide>
        <p15:guide id="7" pos="3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97"/>
    <a:srgbClr val="9A785B"/>
    <a:srgbClr val="92A2BD"/>
    <a:srgbClr val="AEA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000" autoAdjust="0"/>
  </p:normalViewPr>
  <p:slideViewPr>
    <p:cSldViewPr snapToGrid="0" snapToObjects="1" showGuides="1">
      <p:cViewPr varScale="1">
        <p:scale>
          <a:sx n="115" d="100"/>
          <a:sy n="115" d="100"/>
        </p:scale>
        <p:origin x="96" y="176"/>
      </p:cViewPr>
      <p:guideLst>
        <p:guide orient="horz" pos="742"/>
        <p:guide orient="horz" pos="197"/>
        <p:guide orient="horz" pos="3000"/>
        <p:guide orient="horz" pos="976"/>
        <p:guide pos="5532"/>
        <p:guide pos="2880"/>
        <p:guide pos="3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940"/>
    </p:cViewPr>
  </p:sorterViewPr>
  <p:notesViewPr>
    <p:cSldViewPr snapToGrid="0" snapToObjects="1">
      <p:cViewPr varScale="1">
        <p:scale>
          <a:sx n="54" d="100"/>
          <a:sy n="54" d="100"/>
        </p:scale>
        <p:origin x="282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CDEC0-2350-4AA9-8284-41DBA92EBBE3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DDFED-CEC4-4539-B087-59BE8D7B0221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A23DC7E-545F-4537-850F-CC5C2B410559}" type="datetimeFigureOut">
              <a:rPr lang="de-DE" smtClean="0"/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67A725A-9256-4EC5-8CDB-4CC5D97770DD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>
            <a:alpha val="1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灯, 灯光, 交通, 沙滩&#10;&#10;描述已自动生成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2" y="0"/>
            <a:ext cx="9143996" cy="5143500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178050" y="214689"/>
            <a:ext cx="4114799" cy="33147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 spc="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956122" cy="51435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32208" y="250130"/>
            <a:ext cx="1700402" cy="260589"/>
            <a:chOff x="176277" y="338348"/>
            <a:chExt cx="2267203" cy="452453"/>
          </a:xfrm>
        </p:grpSpPr>
        <p:sp>
          <p:nvSpPr>
            <p:cNvPr id="13" name="矩形: 圆角 12"/>
            <p:cNvSpPr/>
            <p:nvPr/>
          </p:nvSpPr>
          <p:spPr>
            <a:xfrm>
              <a:off x="176277" y="550175"/>
              <a:ext cx="2267203" cy="288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176277" y="338348"/>
              <a:ext cx="2267203" cy="288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176277" y="762001"/>
              <a:ext cx="2267203" cy="288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片 1" descr="761622195240_.pic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5745" y="4512945"/>
            <a:ext cx="1473994" cy="422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片包含 灯, 灯光, 交通, 沙滩&#10;&#10;描述已自动生成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5985"/>
            <a:ext cx="9143996" cy="5143500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3584823" y="916891"/>
            <a:ext cx="5132012" cy="2634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山东大学齐鲁医院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EICU  </a:t>
            </a: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主治医师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山东省复苏与生命支持医护整合专业委员会 副主任委员</a:t>
            </a:r>
            <a:endParaRPr lang="zh-CN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山东省研究型医院协会心力衰竭分会 委员</a:t>
            </a:r>
            <a:endParaRPr lang="en-US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山东医学会急诊分会卒中学组 委员</a:t>
            </a:r>
            <a:endParaRPr lang="zh-CN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济南中医药学会中西医结合急诊专业委员会 委员</a:t>
            </a:r>
            <a:endParaRPr lang="zh-CN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擅长急危重症尤其是心脏重症的诊治，以及心脏骤停后目标温度管理的实施与质控</a:t>
            </a:r>
            <a:endParaRPr lang="zh-CN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2" name="图文框 21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3315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文本框 6"/>
          <p:cNvSpPr txBox="1"/>
          <p:nvPr/>
        </p:nvSpPr>
        <p:spPr>
          <a:xfrm>
            <a:off x="698715" y="4365306"/>
            <a:ext cx="1787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E5C9E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楷体" panose="02010600040101010101" charset="-122"/>
                <a:sym typeface="微软雅黑" panose="020B0503020204020204" pitchFamily="34" charset="-122"/>
              </a:rPr>
              <a:t>杨秀婷 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65" y="468272"/>
            <a:ext cx="2496023" cy="3746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PP_MARK_KEY" val="9247c13c-374c-447b-ad61-478f1eb8885e"/>
  <p:tag name="COMMONDATA" val="eyJoZGlkIjoiYjM4MjI2ZDcwYmU5MmQ0MDBiMDMyMjg1OTg4NzU0ODEifQ=="/>
</p:tagLst>
</file>

<file path=ppt/theme/theme1.xml><?xml version="1.0" encoding="utf-8"?>
<a:theme xmlns:a="http://schemas.openxmlformats.org/drawingml/2006/main" name="Office Theme">
  <a:themeElements>
    <a:clrScheme name="酷炫红黑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C30101"/>
      </a:accent1>
      <a:accent2>
        <a:srgbClr val="000000"/>
      </a:accent2>
      <a:accent3>
        <a:srgbClr val="657384"/>
      </a:accent3>
      <a:accent4>
        <a:srgbClr val="959FAB"/>
      </a:accent4>
      <a:accent5>
        <a:srgbClr val="A5A5A5"/>
      </a:accent5>
      <a:accent6>
        <a:srgbClr val="C9C9C9"/>
      </a:accent6>
      <a:hlink>
        <a:srgbClr val="0F73EE"/>
      </a:hlink>
      <a:folHlink>
        <a:srgbClr val="BFBFBF"/>
      </a:folHlink>
    </a:clrScheme>
    <a:fontScheme name="常规1">
      <a:majorFont>
        <a:latin typeface="Arial Black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01569 PPT Master 4-3 GB FS-2</Template>
  <TotalTime>0</TotalTime>
  <Words>141</Words>
  <Application>WPS 演示</Application>
  <PresentationFormat>全屏显示(16:9)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华文楷体</vt:lpstr>
      <vt:lpstr>Arial Unicode MS</vt:lpstr>
      <vt:lpstr>Office Theme</vt:lpstr>
      <vt:lpstr>PowerPoint 演示文稿</vt:lpstr>
    </vt:vector>
  </TitlesOfParts>
  <Company>Techpool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Techpool PPT Format</dc:title>
  <dc:creator>Dennis Sue</dc:creator>
  <cp:lastModifiedBy>Believe.</cp:lastModifiedBy>
  <cp:revision>457</cp:revision>
  <cp:lastPrinted>1900-01-01T00:00:00Z</cp:lastPrinted>
  <dcterms:created xsi:type="dcterms:W3CDTF">1900-01-01T00:00:00Z</dcterms:created>
  <dcterms:modified xsi:type="dcterms:W3CDTF">2026-09-02T06:57:41Z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532B02B2AF2140048100B37FBF4AB377_13</vt:lpwstr>
  </property>
</Properties>
</file>