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4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未知用户1" initials="未知用户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D6DCE5"/>
    <a:srgbClr val="0B7EC5"/>
    <a:srgbClr val="DDC48B"/>
    <a:srgbClr val="ECB175"/>
    <a:srgbClr val="A9D18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69" autoAdjust="0"/>
    <p:restoredTop sz="91896" autoAdjust="0"/>
  </p:normalViewPr>
  <p:slideViewPr>
    <p:cSldViewPr snapToGrid="0" showGuides="1">
      <p:cViewPr varScale="1">
        <p:scale>
          <a:sx n="110" d="100"/>
          <a:sy n="110" d="100"/>
        </p:scale>
        <p:origin x="552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8EDFA-2F34-4DA3-A324-69F063590552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3452D-A7D1-4830-B543-49A83194D1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3452D-A7D1-4830-B543-49A83194D17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4242-B6C5-4459-9052-C89F3811216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ED57-FA64-4EF4-B615-F7AC67665F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20"/>
          <a:stretch>
            <a:fillRect/>
          </a:stretch>
        </p:blipFill>
        <p:spPr>
          <a:xfrm>
            <a:off x="149" y="769506"/>
            <a:ext cx="12191701" cy="608849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4242-B6C5-4459-9052-C89F3811216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ED57-FA64-4EF4-B615-F7AC67665F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4242-B6C5-4459-9052-C89F3811216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ED57-FA64-4EF4-B615-F7AC67665F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4242-B6C5-4459-9052-C89F3811216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ED57-FA64-4EF4-B615-F7AC67665F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4242-B6C5-4459-9052-C89F3811216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ED57-FA64-4EF4-B615-F7AC67665F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4242-B6C5-4459-9052-C89F3811216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ED57-FA64-4EF4-B615-F7AC67665F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4242-B6C5-4459-9052-C89F3811216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ED57-FA64-4EF4-B615-F7AC67665F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4242-B6C5-4459-9052-C89F3811216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ED57-FA64-4EF4-B615-F7AC67665F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4242-B6C5-4459-9052-C89F3811216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ED57-FA64-4EF4-B615-F7AC67665F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4242-B6C5-4459-9052-C89F3811216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ED57-FA64-4EF4-B615-F7AC67665F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4242-B6C5-4459-9052-C89F3811216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ED57-FA64-4EF4-B615-F7AC67665F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64242-B6C5-4459-9052-C89F3811216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BED57-FA64-4EF4-B615-F7AC67665F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 txBox="1"/>
          <p:nvPr/>
        </p:nvSpPr>
        <p:spPr>
          <a:xfrm>
            <a:off x="11133715" y="6367318"/>
            <a:ext cx="689851" cy="346213"/>
          </a:xfrm>
          <a:prstGeom prst="rect">
            <a:avLst/>
          </a:prstGeom>
        </p:spPr>
        <p:txBody>
          <a:bodyPr lIns="128430" tIns="64214" rIns="128430" bIns="64214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7EB2FA-51D1-4A00-92D1-6800A42EAE7A}" type="slidenum">
              <a:rPr lang="zh-CN" altLang="en-US" b="1">
                <a:solidFill>
                  <a:prstClr val="white"/>
                </a:solidFill>
                <a:latin typeface="宋体" charset="-122"/>
                <a:ea typeface="宋体" charset="-122"/>
              </a:rPr>
              <a:t>1</a:t>
            </a:fld>
            <a:endParaRPr lang="zh-CN" altLang="en-US" b="1" dirty="0">
              <a:solidFill>
                <a:prstClr val="white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1526858" y="2428233"/>
            <a:ext cx="790575" cy="2808287"/>
          </a:xfrm>
          <a:prstGeom prst="rect">
            <a:avLst/>
          </a:prstGeom>
          <a:noFill/>
          <a:ln w="9525">
            <a:noFill/>
          </a:ln>
        </p:spPr>
        <p:txBody>
          <a:bodyPr vert="eaVert" lIns="91436" tIns="45718" rIns="91436" bIns="45718" anchor="t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总体情况</a:t>
            </a:r>
          </a:p>
        </p:txBody>
      </p:sp>
      <p:sp>
        <p:nvSpPr>
          <p:cNvPr id="5" name="灯片编号占位符 1"/>
          <p:cNvSpPr txBox="1"/>
          <p:nvPr/>
        </p:nvSpPr>
        <p:spPr>
          <a:xfrm>
            <a:off x="8711064" y="758317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62608" y="1369287"/>
            <a:ext cx="7675915" cy="5444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3429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医学博士 副主任医师  副研究员 </a:t>
            </a:r>
            <a:endParaRPr lang="en-US" altLang="zh-CN" b="1" dirty="0"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山东第一医科大学 临床副教授 硕士研究生导师</a:t>
            </a:r>
            <a:endParaRPr lang="en-US" altLang="zh-CN" b="1" dirty="0"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美国密西根州立大学医学院 访问学者</a:t>
            </a:r>
          </a:p>
          <a:p>
            <a:pPr marL="3429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charset="2"/>
              <a:buChar char="u"/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山东省研究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型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医院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学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会肿瘤分子靶向治疗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学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分会 秘书</a:t>
            </a:r>
          </a:p>
          <a:p>
            <a:pPr marL="3429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山东省免疫学会肿瘤分子标志物与靶向治疗专委会 常委</a:t>
            </a:r>
            <a:endParaRPr lang="en-US" altLang="zh-CN" b="1" dirty="0"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SzPct val="80000"/>
              <a:buFont typeface="Wingdings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山东省老年学与老年医学学会安宁疗护专委会 常委</a:t>
            </a:r>
            <a:endParaRPr lang="en-US" altLang="zh-CN" b="1" dirty="0"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山东省抗癌协会胃癌分会 委员</a:t>
            </a:r>
            <a:endParaRPr lang="en-US" altLang="zh-CN" b="1" dirty="0"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山东省医师协会日间医疗专业委员会 委员</a:t>
            </a:r>
            <a:endParaRPr lang="en-US" altLang="zh-CN" b="1" dirty="0"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山东省肿瘤医院食管癌、结直肠癌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MDT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青年专家</a:t>
            </a:r>
            <a:endParaRPr lang="en-US" altLang="zh-CN" b="1" dirty="0"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0000"/>
              <a:buFont typeface="Wingdings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亚太卫生健康协会肿瘤学分会 委员</a:t>
            </a:r>
            <a:endParaRPr lang="en-US" altLang="zh-CN" b="1" dirty="0"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SzPct val="80000"/>
              <a:buFont typeface="Wingdings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主持国自然、省自然和市级科技项目，以第一作者或通讯作者在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《Oncogene》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、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《Cancer Letters》《J </a:t>
            </a:r>
            <a:r>
              <a:rPr lang="en-US" altLang="zh-CN" b="1" dirty="0" err="1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Transl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 Med 》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等发表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SCI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论文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11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篇。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62610" y="768235"/>
            <a:ext cx="7675914" cy="598568"/>
            <a:chOff x="1255353" y="2102289"/>
            <a:chExt cx="7736886" cy="598676"/>
          </a:xfrm>
        </p:grpSpPr>
        <p:sp>
          <p:nvSpPr>
            <p:cNvPr id="14" name="矩形 13"/>
            <p:cNvSpPr/>
            <p:nvPr/>
          </p:nvSpPr>
          <p:spPr bwMode="auto">
            <a:xfrm>
              <a:off x="1255353" y="2102289"/>
              <a:ext cx="7686288" cy="548640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charset="-122"/>
              </a:endParaRPr>
            </a:p>
          </p:txBody>
        </p:sp>
        <p:sp>
          <p:nvSpPr>
            <p:cNvPr id="11" name="TextBox 9">
              <a:hlinkClick r:id="" action="ppaction://hlinkshowjump?jump=nextslide"/>
            </p:cNvPr>
            <p:cNvSpPr txBox="1"/>
            <p:nvPr/>
          </p:nvSpPr>
          <p:spPr>
            <a:xfrm>
              <a:off x="1310431" y="2240507"/>
              <a:ext cx="1735788" cy="46045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dist" fontAlgn="base">
                <a:spcBef>
                  <a:spcPct val="0"/>
                </a:spcBef>
                <a:spcAft>
                  <a:spcPct val="0"/>
                </a:spcAft>
                <a:defRPr sz="2000" b="1">
                  <a:ln w="3175">
                    <a:noFill/>
                  </a:ln>
                  <a:gradFill>
                    <a:gsLst>
                      <a:gs pos="25000">
                        <a:srgbClr val="FF0000"/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latin typeface="微软雅黑" pitchFamily="34" charset="-122"/>
                  <a:ea typeface="微软雅黑" pitchFamily="34" charset="-122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  <a:ea typeface="宋体" charset="-122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  <a:ea typeface="宋体" charset="-122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  <a:ea typeface="宋体" charset="-122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latin typeface="Arial" charset="0"/>
                  <a:ea typeface="宋体" charset="-122"/>
                </a:defRPr>
              </a:lvl5pPr>
              <a:lvl6pPr>
                <a:defRPr>
                  <a:latin typeface="Arial" charset="0"/>
                  <a:ea typeface="宋体" charset="-122"/>
                </a:defRPr>
              </a:lvl6pPr>
              <a:lvl7pPr>
                <a:defRPr>
                  <a:latin typeface="Arial" charset="0"/>
                  <a:ea typeface="宋体" charset="-122"/>
                </a:defRPr>
              </a:lvl7pPr>
              <a:lvl8pPr>
                <a:defRPr>
                  <a:latin typeface="Arial" charset="0"/>
                  <a:ea typeface="宋体" charset="-122"/>
                </a:defRPr>
              </a:lvl8pPr>
              <a:lvl9pPr>
                <a:defRPr>
                  <a:latin typeface="Arial" charset="0"/>
                  <a:ea typeface="宋体" charset="-122"/>
                </a:defRPr>
              </a:lvl9pPr>
            </a:lstStyle>
            <a:p>
              <a:pPr algn="ctr"/>
              <a:endParaRPr lang="en-US" altLang="zh-CN" sz="2400" dirty="0">
                <a:solidFill>
                  <a:schemeClr val="bg1"/>
                </a:solidFill>
                <a:latin typeface="+mn-lt"/>
                <a:ea typeface="+mn-ea"/>
                <a:cs typeface="微软雅黑" pitchFamily="34" charset="-122"/>
                <a:sym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310431" y="2103226"/>
              <a:ext cx="7681808" cy="525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indent="0" algn="l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0000"/>
                </a:buClr>
                <a:buSzPct val="80000"/>
                <a:buFont typeface="Wingdings" charset="2"/>
                <a:buNone/>
              </a:pPr>
              <a:r>
                <a:rPr lang="zh-CN" altLang="en-US" sz="2400" b="1" dirty="0"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刘新会</a:t>
              </a: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，</a:t>
              </a:r>
              <a:r>
                <a:rPr lang="zh-CN" altLang="en-US" sz="2400" b="1" dirty="0"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山东省肿瘤医院</a:t>
              </a: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 </a:t>
              </a:r>
              <a:r>
                <a:rPr lang="zh-CN" altLang="en-US" sz="2400" b="1" dirty="0"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消化内科一病区</a:t>
              </a:r>
              <a:r>
                <a:rPr lang="en-US" altLang="zh-CN" sz="2400" b="1" dirty="0"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 </a:t>
              </a:r>
              <a:r>
                <a:rPr lang="zh-CN" altLang="en-US" sz="2400" b="1" dirty="0"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 副主任</a:t>
              </a:r>
              <a:endParaRPr 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</p:grpSp>
      <p:cxnSp>
        <p:nvCxnSpPr>
          <p:cNvPr id="17" name="直接连接符 16"/>
          <p:cNvCxnSpPr/>
          <p:nvPr/>
        </p:nvCxnSpPr>
        <p:spPr>
          <a:xfrm>
            <a:off x="338455" y="691480"/>
            <a:ext cx="1151763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3" r="3827"/>
          <a:stretch>
            <a:fillRect/>
          </a:stretch>
        </p:blipFill>
        <p:spPr>
          <a:xfrm>
            <a:off x="8401686" y="1753405"/>
            <a:ext cx="3227705" cy="33350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137</Words>
  <Application>Microsoft Macintosh PowerPoint</Application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宋体</vt:lpstr>
      <vt:lpstr>微软雅黑</vt:lpstr>
      <vt:lpstr>Arial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勰</dc:creator>
  <cp:lastModifiedBy>Z24926</cp:lastModifiedBy>
  <cp:revision>153</cp:revision>
  <dcterms:created xsi:type="dcterms:W3CDTF">1900-01-01T00:00:00Z</dcterms:created>
  <dcterms:modified xsi:type="dcterms:W3CDTF">2026-06-01T12:29:00Z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E5AEC8F79A674D6A86DE6A3826CDC314_12</vt:lpwstr>
  </property>
  <property fmtid="{D5CDD505-2E9C-101B-9397-08002B2CF9AE}" pid="3" name="KSOProductBuildVer">
    <vt:lpwstr>2052-12.35.1</vt:lpwstr>
  </property>
</Properties>
</file>