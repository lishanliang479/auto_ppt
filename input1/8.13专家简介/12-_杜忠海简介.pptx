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3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493" autoAdjust="0"/>
  </p:normalViewPr>
  <p:slideViewPr>
    <p:cSldViewPr>
      <p:cViewPr varScale="1">
        <p:scale>
          <a:sx n="79" d="100"/>
          <a:sy n="79" d="100"/>
        </p:scale>
        <p:origin x="102" y="600"/>
      </p:cViewPr>
      <p:guideLst>
        <p:guide orient="horz" pos="2133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医院模板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PPT模板背景图片之一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-1291" y="0"/>
            <a:ext cx="12194581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249BF-C1AF-4E75-BF45-54FF52EA2A33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163064-FB33-4C2C-99A9-5C2C9E3BC0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bg>
      <p:bgPr>
        <a:gradFill flip="none" rotWithShape="1">
          <a:gsLst>
            <a:gs pos="65000">
              <a:schemeClr val="bg1">
                <a:tint val="80000"/>
                <a:satMod val="300000"/>
              </a:schemeClr>
            </a:gs>
            <a:gs pos="100000">
              <a:schemeClr val="bg1">
                <a:lumMod val="85000"/>
              </a:scheme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533636"/>
            <a:ext cx="12192000" cy="142876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75000"/>
                  <a:alpha val="24000"/>
                </a:schemeClr>
              </a:gs>
              <a:gs pos="85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1" tIns="45716" rIns="91431" bIns="45716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2786" y="1226016"/>
            <a:ext cx="11526429" cy="5118698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平行四边形 5"/>
          <p:cNvSpPr/>
          <p:nvPr userDrawn="1"/>
        </p:nvSpPr>
        <p:spPr>
          <a:xfrm>
            <a:off x="-2" y="985766"/>
            <a:ext cx="7200003" cy="142858"/>
          </a:xfrm>
          <a:prstGeom prst="parallelogram">
            <a:avLst>
              <a:gd name="adj" fmla="val 151196"/>
            </a:avLst>
          </a:prstGeom>
          <a:solidFill>
            <a:srgbClr val="E6B9B8">
              <a:alpha val="8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884" tIns="36942" rIns="73884" bIns="36942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/>
          </a:p>
        </p:txBody>
      </p:sp>
      <p:sp>
        <p:nvSpPr>
          <p:cNvPr id="7" name="平行四边形 6"/>
          <p:cNvSpPr/>
          <p:nvPr userDrawn="1"/>
        </p:nvSpPr>
        <p:spPr>
          <a:xfrm>
            <a:off x="7133205" y="985766"/>
            <a:ext cx="720000" cy="142858"/>
          </a:xfrm>
          <a:prstGeom prst="parallelogram">
            <a:avLst>
              <a:gd name="adj" fmla="val 151196"/>
            </a:avLst>
          </a:prstGeom>
          <a:solidFill>
            <a:srgbClr val="E6B9B8">
              <a:alpha val="8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884" tIns="36942" rIns="73884" bIns="36942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/>
          </a:p>
        </p:txBody>
      </p:sp>
      <p:sp>
        <p:nvSpPr>
          <p:cNvPr id="8" name="平行四边形 7"/>
          <p:cNvSpPr/>
          <p:nvPr userDrawn="1"/>
        </p:nvSpPr>
        <p:spPr>
          <a:xfrm>
            <a:off x="7834991" y="985766"/>
            <a:ext cx="480000" cy="142875"/>
          </a:xfrm>
          <a:prstGeom prst="parallelogram">
            <a:avLst>
              <a:gd name="adj" fmla="val 151196"/>
            </a:avLst>
          </a:prstGeom>
          <a:solidFill>
            <a:srgbClr val="E6B9B8">
              <a:alpha val="8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884" tIns="36942" rIns="73884" bIns="36942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/>
          </a:p>
        </p:txBody>
      </p:sp>
      <p:sp>
        <p:nvSpPr>
          <p:cNvPr id="9" name="平行四边形 8"/>
          <p:cNvSpPr/>
          <p:nvPr userDrawn="1"/>
        </p:nvSpPr>
        <p:spPr>
          <a:xfrm>
            <a:off x="8260293" y="985766"/>
            <a:ext cx="384000" cy="142875"/>
          </a:xfrm>
          <a:prstGeom prst="parallelogram">
            <a:avLst>
              <a:gd name="adj" fmla="val 151196"/>
            </a:avLst>
          </a:prstGeom>
          <a:solidFill>
            <a:srgbClr val="E6B9B8">
              <a:alpha val="8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884" tIns="36942" rIns="73884" bIns="36942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dirty="0"/>
          </a:p>
        </p:txBody>
      </p:sp>
      <p:sp>
        <p:nvSpPr>
          <p:cNvPr id="16" name="标题 1"/>
          <p:cNvSpPr>
            <a:spLocks noGrp="1"/>
          </p:cNvSpPr>
          <p:nvPr userDrawn="1">
            <p:ph type="title"/>
          </p:nvPr>
        </p:nvSpPr>
        <p:spPr>
          <a:xfrm>
            <a:off x="190483" y="153124"/>
            <a:ext cx="10972800" cy="796925"/>
          </a:xfr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l" eaLnBrk="1" hangingPunct="1"/>
            <a:endParaRPr lang="zh-CN" altLang="en-US" sz="3600" b="1" dirty="0"/>
          </a:p>
        </p:txBody>
      </p:sp>
      <p:sp>
        <p:nvSpPr>
          <p:cNvPr id="11" name="平行四边形 10"/>
          <p:cNvSpPr/>
          <p:nvPr userDrawn="1"/>
        </p:nvSpPr>
        <p:spPr>
          <a:xfrm>
            <a:off x="0" y="986892"/>
            <a:ext cx="286800" cy="142858"/>
          </a:xfrm>
          <a:prstGeom prst="parallelogram">
            <a:avLst>
              <a:gd name="adj" fmla="val 0"/>
            </a:avLst>
          </a:prstGeom>
          <a:solidFill>
            <a:srgbClr val="E6B9B8">
              <a:alpha val="87843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884" tIns="36942" rIns="73884" bIns="36942" anchor="ctr"/>
          <a:lstStyle/>
          <a:p>
            <a:pPr lvl="0" algn="ctr" fontAlgn="auto">
              <a:spcBef>
                <a:spcPts val="0"/>
              </a:spcBef>
              <a:spcAft>
                <a:spcPts val="0"/>
              </a:spcAft>
            </a:pPr>
            <a:endParaRPr lang="zh-CN" alt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节标题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标题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582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BF816-649E-482E-8CBC-2461CCC8DEE3}" type="datetime1">
              <a:rPr lang="zh-CN" altLang="en-US"/>
              <a:t>2024/10/25</a:t>
            </a:fld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1048583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zh-CN"/>
          </a:p>
        </p:txBody>
      </p:sp>
      <p:sp>
        <p:nvSpPr>
          <p:cNvPr id="104858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C703E5-39D2-4CFC-A021-1C9834419A3E}" type="slidenum">
              <a:rPr lang="zh-CN" altLang="en-US"/>
              <a:t>‹#›</a:t>
            </a:fld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3FDB45A8-0CC5-4418-AFD8-FFB28ABB20FE}" type="datetimeFigureOut">
              <a:rPr lang="ko-KR" altLang="en-US" smtClean="0"/>
              <a:t>2024-10-25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/>
          <a:lstStyle/>
          <a:p>
            <a:fld id="{5D066E4A-ADAA-4178-B525-AB0902DB549B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D249BF-C1AF-4E75-BF45-54FF52EA2A33}" type="datetimeFigureOut">
              <a:rPr lang="zh-CN" altLang="en-US" smtClean="0"/>
              <a:t>2024/10/25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163064-FB33-4C2C-99A9-5C2C9E3BC02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F69514C-C165-323A-4B62-47FE7D350570}"/>
              </a:ext>
            </a:extLst>
          </p:cNvPr>
          <p:cNvSpPr txBox="1"/>
          <p:nvPr/>
        </p:nvSpPr>
        <p:spPr>
          <a:xfrm>
            <a:off x="1415480" y="5271591"/>
            <a:ext cx="19062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杜忠海  教授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C7DE912-58B7-4337-ECF5-02BABE0A1D03}"/>
              </a:ext>
            </a:extLst>
          </p:cNvPr>
          <p:cNvSpPr txBox="1"/>
          <p:nvPr/>
        </p:nvSpPr>
        <p:spPr>
          <a:xfrm>
            <a:off x="3863752" y="1340768"/>
            <a:ext cx="6726200" cy="35296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indent="306070">
              <a:lnSpc>
                <a:spcPts val="2500"/>
              </a:lnSpc>
              <a:spcAft>
                <a:spcPts val="1000"/>
              </a:spcAft>
            </a:pP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潍坊市中医院肿瘤五科主任，主任中医师，硕士研究生导师</a:t>
            </a:r>
            <a:endParaRPr lang="en-US" altLang="zh-CN" b="1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306070">
              <a:lnSpc>
                <a:spcPts val="2500"/>
              </a:lnSpc>
              <a:spcAft>
                <a:spcPts val="1000"/>
              </a:spcAft>
            </a:pP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亚太传统医学与肿瘤康复专业委员会常委</a:t>
            </a:r>
            <a:endParaRPr lang="en-US" altLang="zh-CN" b="1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306070">
              <a:lnSpc>
                <a:spcPts val="2500"/>
              </a:lnSpc>
              <a:spcAft>
                <a:spcPts val="1000"/>
              </a:spcAft>
            </a:pP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山东省抗癌协会中西医结合分会第三届青年委员会副主任委员</a:t>
            </a:r>
            <a:endParaRPr lang="en-US" altLang="zh-CN" b="1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306070">
              <a:lnSpc>
                <a:spcPts val="2500"/>
              </a:lnSpc>
              <a:spcAft>
                <a:spcPts val="1000"/>
              </a:spcAft>
            </a:pP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山东省肿瘤免疫与免疫治疗学分会副主任委员</a:t>
            </a:r>
            <a:endParaRPr lang="en-US" altLang="zh-CN" b="1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306070">
              <a:lnSpc>
                <a:spcPts val="2500"/>
              </a:lnSpc>
              <a:spcAft>
                <a:spcPts val="1000"/>
              </a:spcAft>
            </a:pP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山东省抗癌协会淋巴瘤分会第一届委员会常务委</a:t>
            </a:r>
            <a:endParaRPr lang="en-US" altLang="zh-CN" b="1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306070">
              <a:lnSpc>
                <a:spcPts val="2500"/>
              </a:lnSpc>
              <a:spcAft>
                <a:spcPts val="1000"/>
              </a:spcAft>
            </a:pP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潍坊市医学会首届临床分析细胞学专业委员会副主任委员</a:t>
            </a:r>
            <a:endParaRPr lang="en-US" altLang="zh-CN" b="1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306070">
              <a:lnSpc>
                <a:spcPts val="2500"/>
              </a:lnSpc>
              <a:spcAft>
                <a:spcPts val="1000"/>
              </a:spcAft>
            </a:pP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潍坊市医师协会肿瘤专业委员会副主任委员</a:t>
            </a:r>
            <a:endParaRPr lang="en-US" altLang="zh-CN" b="1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  <a:p>
            <a:pPr indent="306070">
              <a:lnSpc>
                <a:spcPts val="2500"/>
              </a:lnSpc>
              <a:spcAft>
                <a:spcPts val="1000"/>
              </a:spcAft>
            </a:pPr>
            <a:r>
              <a:rPr lang="zh-CN" altLang="en-US" b="1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</a:rPr>
              <a:t>潍坊市抗癌协会肿瘤营养专业分会副主任委员</a:t>
            </a:r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7FCE9F4-90E9-262F-A020-9F744E8670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440" y="1340768"/>
            <a:ext cx="2708747" cy="363285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GRjOGE4OTIzZWI5NmJkNmFjZmQ0MzE1MWU3ZDZmYzA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89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Arial</vt:lpstr>
      <vt:lpstr>Calibri</vt:lpstr>
      <vt:lpstr>Office 主题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Mr. Jiang</cp:lastModifiedBy>
  <cp:revision>112</cp:revision>
  <dcterms:created xsi:type="dcterms:W3CDTF">2017-11-20T09:43:00Z</dcterms:created>
  <dcterms:modified xsi:type="dcterms:W3CDTF">2024-10-25T12:13:29Z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2052-11.1.0.11636</vt:lpwstr>
  </property>
  <property fmtid="{D5CDD505-2E9C-101B-9397-08002B2CF9AE}" pid="3" name="ICV">
    <vt:lpwstr>D53CAD1DD0BE46F39F8C0E449D003C4E</vt:lpwstr>
  </property>
</Properties>
</file>