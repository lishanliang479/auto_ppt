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Rectangle 2"/>
          <p:cNvSpPr/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2" name="Rectangle 3"/>
          <p:cNvSpPr/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43" name="Rectangle 4"/>
          <p:cNvSpPr/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048644" name="Rectangle 5"/>
          <p:cNvSpPr/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smtClean="0"/>
          </a:p>
        </p:txBody>
      </p:sp>
      <p:sp>
        <p:nvSpPr>
          <p:cNvPr id="1048645" name="Rectangle 6"/>
          <p:cNvSpPr/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6" name="Rectangle 7"/>
          <p:cNvSpPr/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标题 1"/>
          <p:cNvSpPr/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588" name="副标题 2"/>
          <p:cNvSpPr/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1048589" name="日期占位符 3"/>
          <p:cNvSpPr/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90" name="页脚占位符 4"/>
          <p:cNvSpPr/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591" name="灯片编号占位符 5"/>
          <p:cNvSpPr/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标题 1"/>
          <p:cNvSpPr/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598" name="内容占位符 2"/>
          <p:cNvSpPr/>
          <p:nvPr>
            <p:ph idx="1"/>
          </p:nvPr>
        </p:nvSpPr>
        <p:spPr/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599" name="日期占位符 3"/>
          <p:cNvSpPr/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00" name="页脚占位符 4"/>
          <p:cNvSpPr/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01" name="灯片编号占位符 5"/>
          <p:cNvSpPr/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标题 1"/>
          <p:cNvSpPr/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14" name="文本占位符 2"/>
          <p:cNvSpPr/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615" name="日期占位符 3"/>
          <p:cNvSpPr/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16" name="页脚占位符 4"/>
          <p:cNvSpPr/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17" name="灯片编号占位符 5"/>
          <p:cNvSpPr/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标题 1"/>
          <p:cNvSpPr/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19" name="内容占位符 2"/>
          <p:cNvSpPr/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20" name="内容占位符 3"/>
          <p:cNvSpPr/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21" name="日期占位符 4"/>
          <p:cNvSpPr/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22" name="页脚占位符 5"/>
          <p:cNvSpPr/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23" name="灯片编号占位符 6"/>
          <p:cNvSpPr/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标题 1"/>
          <p:cNvSpPr/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25" name="文本占位符 2"/>
          <p:cNvSpPr/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626" name="内容占位符 3"/>
          <p:cNvSpPr/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27" name="文本占位符 4"/>
          <p:cNvSpPr/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628" name="内容占位符 5"/>
          <p:cNvSpPr/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29" name="日期占位符 6"/>
          <p:cNvSpPr/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30" name="页脚占位符 7"/>
          <p:cNvSpPr/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31" name="灯片编号占位符 8"/>
          <p:cNvSpPr/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标题 1"/>
          <p:cNvSpPr/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582" name="日期占位符 2"/>
          <p:cNvSpPr/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83" name="页脚占位符 3"/>
          <p:cNvSpPr/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584" name="灯片编号占位符 4"/>
          <p:cNvSpPr/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日期占位符 1"/>
          <p:cNvSpPr/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33" name="页脚占位符 2"/>
          <p:cNvSpPr/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34" name="灯片编号占位符 3"/>
          <p:cNvSpPr/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标题 1"/>
          <p:cNvSpPr/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36" name="内容占位符 2"/>
          <p:cNvSpPr/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37" name="文本占位符 3"/>
          <p:cNvSpPr/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638" name="日期占位符 4"/>
          <p:cNvSpPr/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39" name="页脚占位符 5"/>
          <p:cNvSpPr/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40" name="灯片编号占位符 6"/>
          <p:cNvSpPr/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标题 1"/>
          <p:cNvSpPr/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03" name="图片占位符 2"/>
          <p:cNvSpPr/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604" name="文本占位符 3"/>
          <p:cNvSpPr/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048605" name="日期占位符 4"/>
          <p:cNvSpPr/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06" name="页脚占位符 5"/>
          <p:cNvSpPr/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07" name="灯片编号占位符 6"/>
          <p:cNvSpPr/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标题 1"/>
          <p:cNvSpPr/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09" name="竖排文字占位符 2"/>
          <p:cNvSpPr/>
          <p:nvPr>
            <p:ph type="body" orient="vert" idx="1"/>
          </p:nvPr>
        </p:nvSpPr>
        <p:spPr/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610" name="日期占位符 3"/>
          <p:cNvSpPr/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11" name="页脚占位符 4"/>
          <p:cNvSpPr/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12" name="灯片编号占位符 5"/>
          <p:cNvSpPr/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竖排标题 1"/>
          <p:cNvSpPr/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593" name="竖排文字占位符 2"/>
          <p:cNvSpPr/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594" name="日期占位符 3"/>
          <p:cNvSpPr/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95" name="页脚占位符 4"/>
          <p:cNvSpPr/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596" name="灯片编号占位符 5"/>
          <p:cNvSpPr/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577" name="文本占位符 2"/>
          <p:cNvSpPr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578" name="日期占位符 3"/>
          <p:cNvSpPr/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79" name="页脚占位符 4"/>
          <p:cNvSpPr/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80" name="灯片编号占位符 5"/>
          <p:cNvSpPr/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.jpe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" name=""/>
        <p:cNvGrpSpPr/>
        <p:nvPr/>
      </p:nvGrpSpPr>
      <p:grpSpPr/>
      <p:sp>
        <p:nvSpPr>
          <p:cNvPr id="1048585" name="标题 1"/>
          <p:cNvSpPr/>
          <p:nvPr>
            <p:ph type="title"/>
          </p:nvPr>
        </p:nvSpPr>
        <p:spPr>
          <a:xfrm>
            <a:off x="3843655" y="799465"/>
            <a:ext cx="6654800" cy="4473575"/>
          </a:xfrm>
        </p:spPr>
        <p:txBody>
          <a:bodyPr>
            <a:noAutofit/>
          </a:bodyPr>
          <a:p>
            <a:pPr>
              <a:lnSpc>
                <a:spcPct val="120000"/>
              </a:lnSpc>
            </a:pPr>
            <a:br>
              <a:rPr lang="zh-CN" altLang="zh-CN" sz="2000" b="1" dirty="0">
                <a:sym typeface="+mn-ea"/>
              </a:rPr>
            </a:br>
            <a:r>
              <a:rPr lang="zh-CN" altLang="zh-CN" sz="2000" b="1" dirty="0">
                <a:sym typeface="+mn-ea"/>
              </a:rPr>
              <a:t>山东第一医科大学第二附属医院肿瘤放疗科</a:t>
            </a:r>
            <a:r>
              <a:rPr lang="en-US" altLang="zh-CN" sz="2000" b="1" dirty="0">
                <a:sym typeface="+mn-ea"/>
              </a:rPr>
              <a:t> </a:t>
            </a:r>
            <a:br>
              <a:rPr lang="en-US" altLang="zh-CN" sz="2000" b="1" dirty="0">
                <a:sym typeface="+mn-ea"/>
              </a:rPr>
            </a:br>
            <a:r>
              <a:rPr lang="zh-CN" altLang="zh-CN" sz="2000" b="1" dirty="0">
                <a:sym typeface="+mn-ea"/>
              </a:rPr>
              <a:t>山东省医师协会肿瘤精准医疗医师分会委员</a:t>
            </a:r>
            <a:br>
              <a:rPr lang="zh-CN" altLang="zh-CN" sz="2000" b="1" dirty="0">
                <a:sym typeface="+mn-ea"/>
              </a:rPr>
            </a:br>
            <a:r>
              <a:rPr lang="zh-CN" altLang="zh-CN" sz="2000" b="1" dirty="0">
                <a:sym typeface="+mn-ea"/>
              </a:rPr>
              <a:t>山东省疼痛医学会化疗专业委员会委员</a:t>
            </a:r>
            <a:br>
              <a:rPr lang="zh-CN" altLang="zh-CN" sz="2000" b="1" dirty="0">
                <a:sym typeface="+mn-ea"/>
              </a:rPr>
            </a:br>
            <a:r>
              <a:rPr lang="zh-CN" altLang="zh-CN" sz="2000" b="1" dirty="0">
                <a:sym typeface="+mn-ea"/>
              </a:rPr>
              <a:t>山东省转化医学学会肺癌分会委员</a:t>
            </a:r>
            <a:br>
              <a:rPr lang="zh-CN" altLang="zh-CN" sz="2000" b="1" dirty="0">
                <a:sym typeface="+mn-ea"/>
              </a:rPr>
            </a:br>
            <a:r>
              <a:rPr lang="en-US" altLang="zh-CN" sz="2000" b="1" dirty="0">
                <a:sym typeface="+mn-ea"/>
              </a:rPr>
              <a:t>山东</a:t>
            </a:r>
            <a:r>
              <a:rPr lang="zh-CN" altLang="en-US" sz="2000" b="1" dirty="0">
                <a:sym typeface="+mn-ea"/>
              </a:rPr>
              <a:t>省</a:t>
            </a:r>
            <a:r>
              <a:rPr lang="en-US" altLang="zh-CN" sz="2000" b="1" dirty="0">
                <a:sym typeface="+mn-ea"/>
              </a:rPr>
              <a:t>医药教育协会肺癌专业委员</a:t>
            </a:r>
            <a:br>
              <a:rPr lang="zh-CN" altLang="zh-CN" sz="2000" b="1" dirty="0">
                <a:sym typeface="+mn-ea"/>
              </a:rPr>
            </a:br>
            <a:r>
              <a:rPr lang="zh-CN" altLang="zh-CN" sz="2000" b="1" dirty="0">
                <a:sym typeface="+mn-ea"/>
              </a:rPr>
              <a:t>山东省罕见疾病防治协会少见肿瘤分会委员会委员</a:t>
            </a:r>
            <a:br>
              <a:rPr lang="zh-CN" altLang="zh-CN" sz="2000" b="1" dirty="0">
                <a:sym typeface="+mn-ea"/>
              </a:rPr>
            </a:br>
            <a:r>
              <a:rPr lang="zh-CN" altLang="zh-CN" sz="2000" b="1" dirty="0">
                <a:sym typeface="+mn-ea"/>
              </a:rPr>
              <a:t>山东省健康管理协会综合介入专业委员会委员</a:t>
            </a:r>
            <a:br>
              <a:rPr lang="zh-CN" altLang="zh-CN" sz="2000" b="1" dirty="0">
                <a:sym typeface="+mn-ea"/>
              </a:rPr>
            </a:br>
            <a:r>
              <a:rPr lang="zh-CN" altLang="zh-CN" sz="2000" b="1" dirty="0">
                <a:sym typeface="+mn-ea"/>
              </a:rPr>
              <a:t>泰安市医师协会肿瘤放疗分会委员</a:t>
            </a:r>
            <a:br>
              <a:rPr lang="zh-CN" altLang="zh-CN" sz="2000" b="1" dirty="0">
                <a:sym typeface="+mn-ea"/>
              </a:rPr>
            </a:br>
            <a:endParaRPr lang="zh-CN" altLang="zh-CN" sz="2000" b="1" dirty="0">
              <a:sym typeface="+mn-ea"/>
            </a:endParaRPr>
          </a:p>
        </p:txBody>
      </p:sp>
      <p:sp>
        <p:nvSpPr>
          <p:cNvPr id="1048586" name="标题 4"/>
          <p:cNvSpPr/>
          <p:nvPr>
            <p:custDataLst>
              <p:tags r:id="rId1"/>
            </p:custDataLst>
          </p:nvPr>
        </p:nvSpPr>
        <p:spPr>
          <a:xfrm>
            <a:off x="381000" y="4759960"/>
            <a:ext cx="3680460" cy="513080"/>
          </a:xfrm>
          <a:prstGeom prst="rect">
            <a:avLst/>
          </a:prstGeom>
          <a:noFill/>
          <a:ln>
            <a:noFill/>
          </a:ln>
        </p:spPr>
        <p:txBody>
          <a:bodyPr anchor="t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28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914400" fontAlgn="base">
              <a:spcAft>
                <a:spcPct val="0"/>
              </a:spcAft>
              <a:buSzTx/>
              <a:buNone/>
            </a:pPr>
            <a:r>
              <a:rPr lang="zh-CN" altLang="en-US" sz="2400" kern="1200" dirty="0">
                <a:latin typeface="+mj-lt"/>
                <a:ea typeface="+mj-ea"/>
                <a:cs typeface="+mj-cs"/>
              </a:rPr>
              <a:t>尹贻波</a:t>
            </a:r>
            <a:r>
              <a:rPr lang="en-US" altLang="zh-CN" sz="2400" kern="1200" dirty="0">
                <a:latin typeface="+mj-lt"/>
                <a:ea typeface="+mj-ea"/>
                <a:cs typeface="+mj-cs"/>
              </a:rPr>
              <a:t>   </a:t>
            </a:r>
            <a:r>
              <a:rPr sz="2400" kern="1200" dirty="0">
                <a:latin typeface="+mj-lt"/>
                <a:ea typeface="+mj-ea"/>
                <a:cs typeface="+mj-cs"/>
              </a:rPr>
              <a:t>主治医师</a:t>
            </a:r>
            <a:br>
              <a:rPr lang="zh-CN" altLang="en-US" sz="2400" kern="1200" dirty="0">
                <a:latin typeface="+mj-lt"/>
                <a:ea typeface="+mj-ea"/>
                <a:cs typeface="+mj-cs"/>
              </a:rPr>
            </a:br>
            <a:r>
              <a:rPr altLang="zh-CN" sz="1800">
                <a:sym typeface="+mn-ea"/>
              </a:rPr>
              <a:t>山东第一医科大学第二附属医院</a:t>
            </a:r>
            <a:br>
              <a:rPr lang="zh-CN" altLang="en-US" sz="1800" kern="1200" dirty="0">
                <a:latin typeface="+mj-lt"/>
                <a:ea typeface="+mj-ea"/>
                <a:cs typeface="+mj-cs"/>
              </a:rPr>
            </a:br>
            <a:endParaRPr lang="zh-CN" altLang="en-US" sz="1800" kern="1200" dirty="0">
              <a:latin typeface="+mj-lt"/>
              <a:ea typeface="+mj-ea"/>
              <a:cs typeface="+mj-cs"/>
            </a:endParaRPr>
          </a:p>
        </p:txBody>
      </p:sp>
      <p:pic>
        <p:nvPicPr>
          <p:cNvPr id="2097152" name="图片 2" descr="C:\Users\Administrator\Desktop\科室人员介绍\微信图片_20230303113906.jp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231265" y="1580515"/>
            <a:ext cx="1979930" cy="2980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</Words>
  <Application>WPS 演示</Application>
  <PresentationFormat/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Calibri</vt:lpstr>
      <vt:lpstr>微软雅黑</vt:lpstr>
      <vt:lpstr>Arial Unicode MS</vt:lpstr>
      <vt:lpstr>Office 主题</vt:lpstr>
      <vt:lpstr> 山东第一医科大学第二附属医院肿瘤放疗科  硕士 山东省医师协会肿瘤精准医疗医师分会委员 山东省疼痛医学会化疗专业委员会委员 山东省转化医学学会肺癌分会委员 山东省医药教育协会肺癌专业委员 山东省罕见疾病防治协会少见肿瘤分会委员会委员 山东省健康管理协会综合介入专业委员会委员 泰安市医师协会肿瘤放疗分会委员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LP</cp:lastModifiedBy>
  <cp:revision>5</cp:revision>
  <dcterms:created xsi:type="dcterms:W3CDTF">1900-01-01T00:00:00Z</dcterms:created>
  <dcterms:modified xsi:type="dcterms:W3CDTF">2026-07-30T00:28:52Z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2052-12.1.0.26899</vt:lpwstr>
  </property>
  <property fmtid="{D5CDD505-2E9C-101B-9397-08002B2CF9AE}" pid="3" name="ICV">
    <vt:lpwstr>5B95EFA3F78843F193E533226BB2FA10_12</vt:lpwstr>
  </property>
</Properties>
</file>