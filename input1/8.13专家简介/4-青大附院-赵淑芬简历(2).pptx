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72" y="23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C6526-6F4C-42A8-AD0E-D4EFD4367847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A2401-E1CC-4737-AF20-5880806FDC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C6526-6F4C-42A8-AD0E-D4EFD4367847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A2401-E1CC-4737-AF20-5880806FDC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C6526-6F4C-42A8-AD0E-D4EFD4367847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A2401-E1CC-4737-AF20-5880806FDC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C6526-6F4C-42A8-AD0E-D4EFD4367847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A2401-E1CC-4737-AF20-5880806FDC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C6526-6F4C-42A8-AD0E-D4EFD4367847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A2401-E1CC-4737-AF20-5880806FDC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C6526-6F4C-42A8-AD0E-D4EFD4367847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A2401-E1CC-4737-AF20-5880806FDC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C6526-6F4C-42A8-AD0E-D4EFD4367847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A2401-E1CC-4737-AF20-5880806FDC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C6526-6F4C-42A8-AD0E-D4EFD4367847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A2401-E1CC-4737-AF20-5880806FDC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C6526-6F4C-42A8-AD0E-D4EFD4367847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A2401-E1CC-4737-AF20-5880806FDC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C6526-6F4C-42A8-AD0E-D4EFD4367847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A2401-E1CC-4737-AF20-5880806FDC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C6526-6F4C-42A8-AD0E-D4EFD4367847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A2401-E1CC-4737-AF20-5880806FDC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8C6526-6F4C-42A8-AD0E-D4EFD4367847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A2401-E1CC-4737-AF20-5880806FDC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6"/>
          <p:cNvSpPr txBox="1"/>
          <p:nvPr/>
        </p:nvSpPr>
        <p:spPr>
          <a:xfrm>
            <a:off x="3685540" y="842010"/>
            <a:ext cx="8418830" cy="4528185"/>
          </a:xfr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青岛大学附属医院   副主任医师</a:t>
            </a:r>
            <a:endParaRPr lang="en-US" altLang="zh-CN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平度院区肿瘤科  病区副主任 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中国临床肿瘤学会肿瘤支持与康复治疗专家委员会              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委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员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中国临床肿瘤学会中西医结合专家委员会              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委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员</a:t>
            </a:r>
            <a:endParaRPr lang="zh-CN" altLang="en-US" sz="1800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山东卫生人力资源管理协会消化肿瘤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MDT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人才发展专业委员会  副主任委员</a:t>
            </a:r>
            <a:endParaRPr lang="en-US" altLang="zh-CN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山东省临床肿瘤学会临床研究专家委员会                           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副主任委员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山东省健康管理协会罕见肿瘤专业委员会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常务委员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山东省中医药学会肿瘤转化专业委员会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常务委员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山东省抗癌协会肿瘤靶向治疗委员会青年委员会                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常务委员</a:t>
            </a:r>
            <a:endParaRPr lang="zh-CN" altLang="en-US" sz="1800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山东省抗癌协会小细胞肺癌分会委员会                               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委       员</a:t>
            </a:r>
            <a:endParaRPr lang="en-US" altLang="zh-CN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山东省抗癌协会肿瘤免疫与免疫治疗分会                                 委       员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山东省抗癌协会口腔颌面肿瘤整合医学会分会委员会          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委       员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山东省中医药学会肿瘤专业委员会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委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员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山东省临床肿瘤学会非小细胞肺癌专家委员会青年委员会   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委        员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青岛市抗癌协会肺癌专业委员会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                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副主任委员</a:t>
            </a:r>
            <a:endParaRPr lang="en-US" altLang="zh-CN" sz="1800" dirty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青岛市抗癌协会癌症康复与姑息治疗专业委员会                 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常务委员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青岛市医院协会肿瘤防治与科普管理专业委员会                 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常务委员</a:t>
            </a:r>
            <a:endParaRPr lang="en-US" altLang="zh-CN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青岛市抗癌协会肿瘤营养与支持治疗专业委员会                      常务委员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青岛市抗癌协会肿瘤心脏病专业委员会                                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委      员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782036" y="5535954"/>
            <a:ext cx="2163653" cy="461665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22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 fontAlgn="auto">
              <a:lnSpc>
                <a:spcPct val="100000"/>
              </a:lnSpc>
            </a:pPr>
            <a:r>
              <a:rPr lang="zh-CN" altLang="en-US" sz="2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赵 淑 芬</a:t>
            </a:r>
            <a:endParaRPr lang="zh-CN" altLang="en-US" sz="2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19" y="1013134"/>
            <a:ext cx="2790469" cy="4186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179</Words>
  <Application>Microsoft Office PowerPoint</Application>
  <PresentationFormat>宽屏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微软雅黑</vt:lpstr>
      <vt:lpstr>Arial</vt:lpstr>
      <vt:lpstr>Calibri</vt:lpstr>
      <vt:lpstr>Calibri Light</vt:lpstr>
      <vt:lpstr>Office 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 yang</dc:creator>
  <cp:lastModifiedBy>HUAWEI</cp:lastModifiedBy>
  <cp:revision>17</cp:revision>
  <dcterms:created xsi:type="dcterms:W3CDTF">2019-08-01T04:57:00Z</dcterms:created>
  <dcterms:modified xsi:type="dcterms:W3CDTF">2026-03-26T11:51:40Z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E9441C201FBD4D0694C11B1DCC42B4D0</vt:lpwstr>
  </property>
</Properties>
</file>