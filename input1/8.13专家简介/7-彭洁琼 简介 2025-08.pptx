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>
    <p:sldMasterId id="2147483648" r:id="rId1"/>
  </p:sldMasterIdLst>
  <p:notesMasterIdLst>
    <p:notesMasterId r:id="rId2"/>
  </p:notesMasterIdLst>
  <p:sldIdLst>
    <p:sldId id="257" r:id="rId3"/>
  </p:sldIdLst>
  <p:sldSz type="screen16x9" cy="6858000" cx="12192000"/>
  <p:notesSz cx="6858000" cy="9144000"/>
  <p:defaultTextStyle>
    <a:defPPr>
      <a:defRPr lang="zh-CN"/>
    </a:defPPr>
    <a:lvl1pPr algn="l" defTabSz="9144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tableStyles" Target="tableStyles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1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/>
          <a:noFill/>
          <a:ln w="9525">
            <a:noFill/>
            <a:miter lim="800000"/>
          </a:ln>
          <a:effectLst/>
        </p:spPr>
        <p:txBody>
          <a:bodyPr anchor="t" anchorCtr="0" bIns="45745" compatLnSpc="1" lIns="91492" numCol="1" rIns="91492" tIns="45745" vert="horz" wrap="square"/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42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/>
          <a:noFill/>
          <a:ln w="9525">
            <a:noFill/>
            <a:miter lim="800000"/>
          </a:ln>
          <a:effectLst/>
        </p:spPr>
        <p:txBody>
          <a:bodyPr anchor="t" anchorCtr="0" bIns="45745" compatLnSpc="1" lIns="91492" numCol="1" rIns="91492" tIns="45745" vert="horz" wrap="square"/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643" name="Rectangle 4"/>
          <p:cNvSpPr>
            <a:spLocks noChangeAspect="1" noRot="1" noGrp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/>
          <a:noFill/>
          <a:ln w="9525">
            <a:solidFill>
              <a:srgbClr val="000000"/>
            </a:solidFill>
            <a:miter lim="800000"/>
          </a:ln>
          <a:effectLst/>
        </p:spPr>
      </p:sp>
      <p:sp>
        <p:nvSpPr>
          <p:cNvPr id="1048644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/>
          <a:noFill/>
          <a:ln w="9525">
            <a:noFill/>
            <a:miter lim="800000"/>
          </a:ln>
          <a:effectLst/>
        </p:spPr>
        <p:txBody>
          <a:bodyPr anchor="t" anchorCtr="0" bIns="45745" compatLnSpc="1" lIns="91492" numCol="1" rIns="91492" tIns="45745" vert="horz" wrap="square"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smtClean="0"/>
          </a:p>
        </p:txBody>
      </p:sp>
      <p:sp>
        <p:nvSpPr>
          <p:cNvPr id="1048645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/>
          <a:noFill/>
          <a:ln w="9525">
            <a:noFill/>
            <a:miter lim="800000"/>
          </a:ln>
          <a:effectLst/>
        </p:spPr>
        <p:txBody>
          <a:bodyPr anchor="b" anchorCtr="0" bIns="45745" compatLnSpc="1" lIns="91492" numCol="1" rIns="91492" tIns="45745" vert="horz" wrap="square"/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4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/>
          <a:noFill/>
          <a:ln w="9525">
            <a:noFill/>
            <a:miter lim="800000"/>
          </a:ln>
          <a:effectLst/>
        </p:spPr>
        <p:txBody>
          <a:bodyPr anchor="b" anchorCtr="0" bIns="45745" compatLnSpc="1" lIns="91492" numCol="1" rIns="91492" tIns="45745" vert="horz" wrap="square"/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fontAlgn="base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algn="l" fontAlgn="base" marL="4572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algn="l" fontAlgn="base" marL="9144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algn="l" fontAlgn="base" marL="13716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algn="l" fontAlgn="base" marL="18288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标题幻灯片">
    <p:spTree>
      <p:nvGrpSpPr>
        <p:cNvPr id="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altLang="en-US" lang="zh-CN" smtClean="0"/>
              <a:t>单击此处编辑母版标题样式</a:t>
            </a:r>
            <a:endParaRPr altLang="en-US" lang="zh-CN"/>
          </a:p>
        </p:txBody>
      </p:sp>
      <p:sp>
        <p:nvSpPr>
          <p:cNvPr id="1048582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algn="ctr" indent="0" marL="0">
              <a:buNone/>
              <a:defRPr sz="2400"/>
            </a:lvl1pPr>
            <a:lvl2pPr algn="ctr" indent="0" marL="457200">
              <a:buNone/>
              <a:defRPr sz="2000"/>
            </a:lvl2pPr>
            <a:lvl3pPr algn="ctr" indent="0" marL="914400">
              <a:buNone/>
              <a:defRPr sz="1800"/>
            </a:lvl3pPr>
            <a:lvl4pPr algn="ctr" indent="0" marL="1371600">
              <a:buNone/>
              <a:defRPr sz="1600"/>
            </a:lvl4pPr>
            <a:lvl5pPr algn="ctr" indent="0" marL="1828800">
              <a:buNone/>
              <a:defRPr sz="1600"/>
            </a:lvl5pPr>
            <a:lvl6pPr algn="ctr" indent="0" marL="2286000">
              <a:buNone/>
              <a:defRPr sz="1600"/>
            </a:lvl6pPr>
            <a:lvl7pPr algn="ctr" indent="0" marL="2743200">
              <a:buNone/>
              <a:defRPr sz="1600"/>
            </a:lvl7pPr>
            <a:lvl8pPr algn="ctr" indent="0" marL="3200400">
              <a:buNone/>
              <a:defRPr sz="1600"/>
            </a:lvl8pPr>
            <a:lvl9pPr algn="ctr" indent="0" marL="3657600">
              <a:buNone/>
              <a:defRPr sz="1600"/>
            </a:lvl9pPr>
          </a:lstStyle>
          <a:p>
            <a:r>
              <a:rPr altLang="en-US" lang="zh-CN" smtClean="0"/>
              <a:t>单击此处编辑母版副标题样式</a:t>
            </a:r>
            <a:endParaRPr altLang="en-US" lang="zh-CN"/>
          </a:p>
        </p:txBody>
      </p:sp>
      <p:sp>
        <p:nvSpPr>
          <p:cNvPr id="104858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D997B5FA-0921-464F-AAE1-844C04324D75}" type="datetimeFigureOut">
              <a:rPr altLang="en-US" lang="zh-CN" smtClean="0"/>
            </a:fld>
            <a:endParaRPr altLang="en-US" lang="zh-CN"/>
          </a:p>
        </p:txBody>
      </p:sp>
      <p:sp>
        <p:nvSpPr>
          <p:cNvPr id="104858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58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altLang="en-US" lang="zh-CN" smtClean="0"/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标题和内容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7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altLang="en-US" lang="zh-CN" smtClean="0"/>
              <a:t>单击此处编辑母版标题样式</a:t>
            </a:r>
            <a:endParaRPr altLang="en-US" lang="zh-CN"/>
          </a:p>
        </p:txBody>
      </p:sp>
      <p:sp>
        <p:nvSpPr>
          <p:cNvPr id="1048598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altLang="en-US" lang="zh-CN" smtClean="0"/>
              <a:t>单击此处编辑母版文本样式</a:t>
            </a:r>
            <a:endParaRPr altLang="en-US" lang="zh-CN" smtClean="0"/>
          </a:p>
          <a:p>
            <a:pPr lvl="1"/>
            <a:r>
              <a:rPr altLang="en-US" lang="zh-CN" smtClean="0"/>
              <a:t>第二级</a:t>
            </a:r>
            <a:endParaRPr altLang="en-US" lang="zh-CN" smtClean="0"/>
          </a:p>
          <a:p>
            <a:pPr lvl="2"/>
            <a:r>
              <a:rPr altLang="en-US" lang="zh-CN" smtClean="0"/>
              <a:t>第三级</a:t>
            </a:r>
            <a:endParaRPr altLang="en-US" lang="zh-CN" smtClean="0"/>
          </a:p>
          <a:p>
            <a:pPr lvl="3"/>
            <a:r>
              <a:rPr altLang="en-US" lang="zh-CN" smtClean="0"/>
              <a:t>第四级</a:t>
            </a:r>
            <a:endParaRPr altLang="en-US" lang="zh-CN" smtClean="0"/>
          </a:p>
          <a:p>
            <a:pPr lvl="4"/>
            <a:r>
              <a:rPr altLang="en-US" lang="zh-CN" smtClean="0"/>
              <a:t>第五级</a:t>
            </a:r>
            <a:endParaRPr altLang="en-US" lang="zh-CN"/>
          </a:p>
        </p:txBody>
      </p:sp>
      <p:sp>
        <p:nvSpPr>
          <p:cNvPr id="1048599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D997B5FA-0921-464F-AAE1-844C04324D75}" type="datetimeFigureOut">
              <a:rPr altLang="en-US" lang="zh-CN" smtClean="0"/>
            </a:fld>
            <a:endParaRPr altLang="en-US" lang="zh-CN"/>
          </a:p>
        </p:txBody>
      </p:sp>
      <p:sp>
        <p:nvSpPr>
          <p:cNvPr id="1048600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60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altLang="en-US" lang="zh-CN" smtClean="0"/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节标题">
    <p:spTree>
      <p:nvGrpSpPr>
        <p:cNvPr id="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3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altLang="en-US" lang="zh-CN" smtClean="0"/>
              <a:t>单击此处编辑母版标题样式</a:t>
            </a:r>
            <a:endParaRPr altLang="en-US" lang="zh-CN"/>
          </a:p>
        </p:txBody>
      </p:sp>
      <p:sp>
        <p:nvSpPr>
          <p:cNvPr id="1048614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indent="0" marL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indent="0" marL="45720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altLang="en-US" lang="zh-CN" smtClean="0"/>
              <a:t>单击此处编辑母版文本样式</a:t>
            </a:r>
            <a:endParaRPr altLang="en-US" lang="zh-CN" smtClean="0"/>
          </a:p>
        </p:txBody>
      </p:sp>
      <p:sp>
        <p:nvSpPr>
          <p:cNvPr id="104861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D997B5FA-0921-464F-AAE1-844C04324D75}" type="datetimeFigureOut">
              <a:rPr altLang="en-US" lang="zh-CN" smtClean="0"/>
            </a:fld>
            <a:endParaRPr altLang="en-US" lang="zh-CN"/>
          </a:p>
        </p:txBody>
      </p:sp>
      <p:sp>
        <p:nvSpPr>
          <p:cNvPr id="104861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61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altLang="en-US" lang="zh-CN" smtClean="0"/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两栏内容"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8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altLang="en-US" lang="zh-CN" smtClean="0"/>
              <a:t>单击此处编辑母版标题样式</a:t>
            </a:r>
            <a:endParaRPr altLang="en-US" lang="zh-CN"/>
          </a:p>
        </p:txBody>
      </p:sp>
      <p:sp>
        <p:nvSpPr>
          <p:cNvPr id="1048619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p>
            <a:pPr lvl="0"/>
            <a:r>
              <a:rPr altLang="en-US" lang="zh-CN" smtClean="0"/>
              <a:t>单击此处编辑母版文本样式</a:t>
            </a:r>
            <a:endParaRPr altLang="en-US" lang="zh-CN" smtClean="0"/>
          </a:p>
          <a:p>
            <a:pPr lvl="1"/>
            <a:r>
              <a:rPr altLang="en-US" lang="zh-CN" smtClean="0"/>
              <a:t>第二级</a:t>
            </a:r>
            <a:endParaRPr altLang="en-US" lang="zh-CN" smtClean="0"/>
          </a:p>
          <a:p>
            <a:pPr lvl="2"/>
            <a:r>
              <a:rPr altLang="en-US" lang="zh-CN" smtClean="0"/>
              <a:t>第三级</a:t>
            </a:r>
            <a:endParaRPr altLang="en-US" lang="zh-CN" smtClean="0"/>
          </a:p>
          <a:p>
            <a:pPr lvl="3"/>
            <a:r>
              <a:rPr altLang="en-US" lang="zh-CN" smtClean="0"/>
              <a:t>第四级</a:t>
            </a:r>
            <a:endParaRPr altLang="en-US" lang="zh-CN" smtClean="0"/>
          </a:p>
          <a:p>
            <a:pPr lvl="4"/>
            <a:r>
              <a:rPr altLang="en-US" lang="zh-CN" smtClean="0"/>
              <a:t>第五级</a:t>
            </a:r>
            <a:endParaRPr altLang="en-US" lang="zh-CN"/>
          </a:p>
        </p:txBody>
      </p:sp>
      <p:sp>
        <p:nvSpPr>
          <p:cNvPr id="1048620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p>
            <a:pPr lvl="0"/>
            <a:r>
              <a:rPr altLang="en-US" lang="zh-CN" smtClean="0"/>
              <a:t>单击此处编辑母版文本样式</a:t>
            </a:r>
            <a:endParaRPr altLang="en-US" lang="zh-CN" smtClean="0"/>
          </a:p>
          <a:p>
            <a:pPr lvl="1"/>
            <a:r>
              <a:rPr altLang="en-US" lang="zh-CN" smtClean="0"/>
              <a:t>第二级</a:t>
            </a:r>
            <a:endParaRPr altLang="en-US" lang="zh-CN" smtClean="0"/>
          </a:p>
          <a:p>
            <a:pPr lvl="2"/>
            <a:r>
              <a:rPr altLang="en-US" lang="zh-CN" smtClean="0"/>
              <a:t>第三级</a:t>
            </a:r>
            <a:endParaRPr altLang="en-US" lang="zh-CN" smtClean="0"/>
          </a:p>
          <a:p>
            <a:pPr lvl="3"/>
            <a:r>
              <a:rPr altLang="en-US" lang="zh-CN" smtClean="0"/>
              <a:t>第四级</a:t>
            </a:r>
            <a:endParaRPr altLang="en-US" lang="zh-CN" smtClean="0"/>
          </a:p>
          <a:p>
            <a:pPr lvl="4"/>
            <a:r>
              <a:rPr altLang="en-US" lang="zh-CN" smtClean="0"/>
              <a:t>第五级</a:t>
            </a:r>
            <a:endParaRPr altLang="en-US" lang="zh-CN"/>
          </a:p>
        </p:txBody>
      </p:sp>
      <p:sp>
        <p:nvSpPr>
          <p:cNvPr id="1048621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D997B5FA-0921-464F-AAE1-844C04324D75}" type="datetimeFigureOut">
              <a:rPr altLang="en-US" lang="zh-CN" smtClean="0"/>
            </a:fld>
            <a:endParaRPr altLang="en-US" lang="zh-CN"/>
          </a:p>
        </p:txBody>
      </p:sp>
      <p:sp>
        <p:nvSpPr>
          <p:cNvPr id="1048622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623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altLang="en-US" lang="zh-CN" smtClean="0"/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比较"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4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p>
            <a:r>
              <a:rPr altLang="en-US" lang="zh-CN" smtClean="0"/>
              <a:t>单击此处编辑母版标题样式</a:t>
            </a:r>
            <a:endParaRPr altLang="en-US" lang="zh-CN"/>
          </a:p>
        </p:txBody>
      </p:sp>
      <p:sp>
        <p:nvSpPr>
          <p:cNvPr id="1048625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altLang="en-US" lang="zh-CN" smtClean="0"/>
              <a:t>单击此处编辑母版文本样式</a:t>
            </a:r>
            <a:endParaRPr altLang="en-US" lang="zh-CN" smtClean="0"/>
          </a:p>
        </p:txBody>
      </p:sp>
      <p:sp>
        <p:nvSpPr>
          <p:cNvPr id="1048626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p>
            <a:pPr lvl="0"/>
            <a:r>
              <a:rPr altLang="en-US" lang="zh-CN" smtClean="0"/>
              <a:t>单击此处编辑母版文本样式</a:t>
            </a:r>
            <a:endParaRPr altLang="en-US" lang="zh-CN" smtClean="0"/>
          </a:p>
          <a:p>
            <a:pPr lvl="1"/>
            <a:r>
              <a:rPr altLang="en-US" lang="zh-CN" smtClean="0"/>
              <a:t>第二级</a:t>
            </a:r>
            <a:endParaRPr altLang="en-US" lang="zh-CN" smtClean="0"/>
          </a:p>
          <a:p>
            <a:pPr lvl="2"/>
            <a:r>
              <a:rPr altLang="en-US" lang="zh-CN" smtClean="0"/>
              <a:t>第三级</a:t>
            </a:r>
            <a:endParaRPr altLang="en-US" lang="zh-CN" smtClean="0"/>
          </a:p>
          <a:p>
            <a:pPr lvl="3"/>
            <a:r>
              <a:rPr altLang="en-US" lang="zh-CN" smtClean="0"/>
              <a:t>第四级</a:t>
            </a:r>
            <a:endParaRPr altLang="en-US" lang="zh-CN" smtClean="0"/>
          </a:p>
          <a:p>
            <a:pPr lvl="4"/>
            <a:r>
              <a:rPr altLang="en-US" lang="zh-CN" smtClean="0"/>
              <a:t>第五级</a:t>
            </a:r>
            <a:endParaRPr altLang="en-US" lang="zh-CN"/>
          </a:p>
        </p:txBody>
      </p:sp>
      <p:sp>
        <p:nvSpPr>
          <p:cNvPr id="1048627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altLang="en-US" lang="zh-CN" smtClean="0"/>
              <a:t>单击此处编辑母版文本样式</a:t>
            </a:r>
            <a:endParaRPr altLang="en-US" lang="zh-CN" smtClean="0"/>
          </a:p>
        </p:txBody>
      </p:sp>
      <p:sp>
        <p:nvSpPr>
          <p:cNvPr id="1048628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p>
            <a:pPr lvl="0"/>
            <a:r>
              <a:rPr altLang="en-US" lang="zh-CN" smtClean="0"/>
              <a:t>单击此处编辑母版文本样式</a:t>
            </a:r>
            <a:endParaRPr altLang="en-US" lang="zh-CN" smtClean="0"/>
          </a:p>
          <a:p>
            <a:pPr lvl="1"/>
            <a:r>
              <a:rPr altLang="en-US" lang="zh-CN" smtClean="0"/>
              <a:t>第二级</a:t>
            </a:r>
            <a:endParaRPr altLang="en-US" lang="zh-CN" smtClean="0"/>
          </a:p>
          <a:p>
            <a:pPr lvl="2"/>
            <a:r>
              <a:rPr altLang="en-US" lang="zh-CN" smtClean="0"/>
              <a:t>第三级</a:t>
            </a:r>
            <a:endParaRPr altLang="en-US" lang="zh-CN" smtClean="0"/>
          </a:p>
          <a:p>
            <a:pPr lvl="3"/>
            <a:r>
              <a:rPr altLang="en-US" lang="zh-CN" smtClean="0"/>
              <a:t>第四级</a:t>
            </a:r>
            <a:endParaRPr altLang="en-US" lang="zh-CN" smtClean="0"/>
          </a:p>
          <a:p>
            <a:pPr lvl="4"/>
            <a:r>
              <a:rPr altLang="en-US" lang="zh-CN" smtClean="0"/>
              <a:t>第五级</a:t>
            </a:r>
            <a:endParaRPr altLang="en-US" lang="zh-CN"/>
          </a:p>
        </p:txBody>
      </p:sp>
      <p:sp>
        <p:nvSpPr>
          <p:cNvPr id="1048629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D997B5FA-0921-464F-AAE1-844C04324D75}" type="datetimeFigureOut">
              <a:rPr altLang="en-US" lang="zh-CN" smtClean="0"/>
            </a:fld>
            <a:endParaRPr altLang="en-US" lang="zh-CN"/>
          </a:p>
        </p:txBody>
      </p:sp>
      <p:sp>
        <p:nvSpPr>
          <p:cNvPr id="1048630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631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altLang="en-US" lang="zh-CN" smtClean="0"/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仅标题"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8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altLang="en-US" lang="zh-CN" smtClean="0"/>
              <a:t>单击此处编辑母版标题样式</a:t>
            </a:r>
            <a:endParaRPr altLang="en-US" lang="zh-CN"/>
          </a:p>
        </p:txBody>
      </p:sp>
      <p:sp>
        <p:nvSpPr>
          <p:cNvPr id="1048589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D997B5FA-0921-464F-AAE1-844C04324D75}" type="datetimeFigureOut">
              <a:rPr altLang="en-US" lang="zh-CN" smtClean="0"/>
            </a:fld>
            <a:endParaRPr altLang="en-US" lang="zh-CN"/>
          </a:p>
        </p:txBody>
      </p:sp>
      <p:sp>
        <p:nvSpPr>
          <p:cNvPr id="1048590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591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altLang="en-US" lang="zh-CN" smtClean="0"/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空白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D997B5FA-0921-464F-AAE1-844C04324D75}" type="datetimeFigureOut">
              <a:rPr altLang="en-US" lang="zh-CN" smtClean="0"/>
            </a:fld>
            <a:endParaRPr altLang="en-US" lang="zh-CN"/>
          </a:p>
        </p:txBody>
      </p:sp>
      <p:sp>
        <p:nvSpPr>
          <p:cNvPr id="104863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63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altLang="en-US" lang="zh-CN" smtClean="0"/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内容与标题">
    <p:spTree>
      <p:nvGrpSpPr>
        <p:cNvPr id="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5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altLang="en-US" lang="zh-CN" smtClean="0"/>
              <a:t>单击此处编辑母版标题样式</a:t>
            </a:r>
            <a:endParaRPr altLang="en-US" lang="zh-CN"/>
          </a:p>
        </p:txBody>
      </p:sp>
      <p:sp>
        <p:nvSpPr>
          <p:cNvPr id="1048636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altLang="en-US" lang="zh-CN" smtClean="0"/>
              <a:t>单击此处编辑母版文本样式</a:t>
            </a:r>
            <a:endParaRPr altLang="en-US" lang="zh-CN" smtClean="0"/>
          </a:p>
          <a:p>
            <a:pPr lvl="1"/>
            <a:r>
              <a:rPr altLang="en-US" lang="zh-CN" smtClean="0"/>
              <a:t>第二级</a:t>
            </a:r>
            <a:endParaRPr altLang="en-US" lang="zh-CN" smtClean="0"/>
          </a:p>
          <a:p>
            <a:pPr lvl="2"/>
            <a:r>
              <a:rPr altLang="en-US" lang="zh-CN" smtClean="0"/>
              <a:t>第三级</a:t>
            </a:r>
            <a:endParaRPr altLang="en-US" lang="zh-CN" smtClean="0"/>
          </a:p>
          <a:p>
            <a:pPr lvl="3"/>
            <a:r>
              <a:rPr altLang="en-US" lang="zh-CN" smtClean="0"/>
              <a:t>第四级</a:t>
            </a:r>
            <a:endParaRPr altLang="en-US" lang="zh-CN" smtClean="0"/>
          </a:p>
          <a:p>
            <a:pPr lvl="4"/>
            <a:r>
              <a:rPr altLang="en-US" lang="zh-CN" smtClean="0"/>
              <a:t>第五级</a:t>
            </a:r>
            <a:endParaRPr altLang="en-US" lang="zh-CN"/>
          </a:p>
        </p:txBody>
      </p:sp>
      <p:sp>
        <p:nvSpPr>
          <p:cNvPr id="1048637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indent="0" marL="0">
              <a:buNone/>
              <a:defRPr sz="1600"/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pPr lvl="0"/>
            <a:r>
              <a:rPr altLang="en-US" lang="zh-CN" smtClean="0"/>
              <a:t>单击此处编辑母版文本样式</a:t>
            </a:r>
            <a:endParaRPr altLang="en-US" lang="zh-CN" smtClean="0"/>
          </a:p>
        </p:txBody>
      </p:sp>
      <p:sp>
        <p:nvSpPr>
          <p:cNvPr id="1048638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D997B5FA-0921-464F-AAE1-844C04324D75}" type="datetimeFigureOut">
              <a:rPr altLang="en-US" lang="zh-CN" smtClean="0"/>
            </a:fld>
            <a:endParaRPr altLang="en-US" lang="zh-CN"/>
          </a:p>
        </p:txBody>
      </p:sp>
      <p:sp>
        <p:nvSpPr>
          <p:cNvPr id="1048639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640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altLang="en-US" lang="zh-CN" smtClean="0"/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图片与标题">
    <p:spTree>
      <p:nvGrpSpPr>
        <p:cNvPr id="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altLang="en-US" lang="zh-CN" smtClean="0"/>
              <a:t>单击此处编辑母版标题样式</a:t>
            </a:r>
            <a:endParaRPr altLang="en-US" lang="zh-CN"/>
          </a:p>
        </p:txBody>
      </p:sp>
      <p:sp>
        <p:nvSpPr>
          <p:cNvPr id="104860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endParaRPr altLang="en-US" lang="zh-CN"/>
          </a:p>
        </p:txBody>
      </p:sp>
      <p:sp>
        <p:nvSpPr>
          <p:cNvPr id="104860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indent="0" marL="0">
              <a:buNone/>
              <a:defRPr sz="1600"/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pPr lvl="0"/>
            <a:r>
              <a:rPr altLang="en-US" lang="zh-CN" smtClean="0"/>
              <a:t>单击此处编辑母版文本样式</a:t>
            </a:r>
            <a:endParaRPr altLang="en-US" lang="zh-CN" smtClean="0"/>
          </a:p>
        </p:txBody>
      </p:sp>
      <p:sp>
        <p:nvSpPr>
          <p:cNvPr id="104860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D997B5FA-0921-464F-AAE1-844C04324D75}" type="datetimeFigureOut">
              <a:rPr altLang="en-US" lang="zh-CN" smtClean="0"/>
            </a:fld>
            <a:endParaRPr altLang="en-US" lang="zh-CN"/>
          </a:p>
        </p:txBody>
      </p:sp>
      <p:sp>
        <p:nvSpPr>
          <p:cNvPr id="104860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60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altLang="en-US" lang="zh-CN" smtClean="0"/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标题和竖排文字"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8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altLang="en-US" lang="zh-CN" smtClean="0"/>
              <a:t>单击此处编辑母版标题样式</a:t>
            </a:r>
            <a:endParaRPr altLang="en-US" lang="zh-CN"/>
          </a:p>
        </p:txBody>
      </p:sp>
      <p:sp>
        <p:nvSpPr>
          <p:cNvPr id="1048609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altLang="en-US" lang="zh-CN" smtClean="0"/>
              <a:t>单击此处编辑母版文本样式</a:t>
            </a:r>
            <a:endParaRPr altLang="en-US" lang="zh-CN" smtClean="0"/>
          </a:p>
          <a:p>
            <a:pPr lvl="1"/>
            <a:r>
              <a:rPr altLang="en-US" lang="zh-CN" smtClean="0"/>
              <a:t>第二级</a:t>
            </a:r>
            <a:endParaRPr altLang="en-US" lang="zh-CN" smtClean="0"/>
          </a:p>
          <a:p>
            <a:pPr lvl="2"/>
            <a:r>
              <a:rPr altLang="en-US" lang="zh-CN" smtClean="0"/>
              <a:t>第三级</a:t>
            </a:r>
            <a:endParaRPr altLang="en-US" lang="zh-CN" smtClean="0"/>
          </a:p>
          <a:p>
            <a:pPr lvl="3"/>
            <a:r>
              <a:rPr altLang="en-US" lang="zh-CN" smtClean="0"/>
              <a:t>第四级</a:t>
            </a:r>
            <a:endParaRPr altLang="en-US" lang="zh-CN" smtClean="0"/>
          </a:p>
          <a:p>
            <a:pPr lvl="4"/>
            <a:r>
              <a:rPr altLang="en-US" lang="zh-CN" smtClean="0"/>
              <a:t>第五级</a:t>
            </a:r>
            <a:endParaRPr altLang="en-US" lang="zh-CN"/>
          </a:p>
        </p:txBody>
      </p:sp>
      <p:sp>
        <p:nvSpPr>
          <p:cNvPr id="1048610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D997B5FA-0921-464F-AAE1-844C04324D75}" type="datetimeFigureOut">
              <a:rPr altLang="en-US" lang="zh-CN" smtClean="0"/>
            </a:fld>
            <a:endParaRPr altLang="en-US" lang="zh-CN"/>
          </a:p>
        </p:txBody>
      </p:sp>
      <p:sp>
        <p:nvSpPr>
          <p:cNvPr id="1048611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61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altLang="en-US" lang="zh-CN" smtClean="0"/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垂直排列标题与 文本">
    <p:spTree>
      <p:nvGrpSpPr>
        <p:cNvPr id="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p>
            <a:r>
              <a:rPr altLang="en-US" lang="zh-CN" smtClean="0"/>
              <a:t>单击此处编辑母版标题样式</a:t>
            </a:r>
            <a:endParaRPr altLang="en-US" lang="zh-CN"/>
          </a:p>
        </p:txBody>
      </p:sp>
      <p:sp>
        <p:nvSpPr>
          <p:cNvPr id="104859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p>
            <a:pPr lvl="0"/>
            <a:r>
              <a:rPr altLang="en-US" lang="zh-CN" smtClean="0"/>
              <a:t>单击此处编辑母版文本样式</a:t>
            </a:r>
            <a:endParaRPr altLang="en-US" lang="zh-CN" smtClean="0"/>
          </a:p>
          <a:p>
            <a:pPr lvl="1"/>
            <a:r>
              <a:rPr altLang="en-US" lang="zh-CN" smtClean="0"/>
              <a:t>第二级</a:t>
            </a:r>
            <a:endParaRPr altLang="en-US" lang="zh-CN" smtClean="0"/>
          </a:p>
          <a:p>
            <a:pPr lvl="2"/>
            <a:r>
              <a:rPr altLang="en-US" lang="zh-CN" smtClean="0"/>
              <a:t>第三级</a:t>
            </a:r>
            <a:endParaRPr altLang="en-US" lang="zh-CN" smtClean="0"/>
          </a:p>
          <a:p>
            <a:pPr lvl="3"/>
            <a:r>
              <a:rPr altLang="en-US" lang="zh-CN" smtClean="0"/>
              <a:t>第四级</a:t>
            </a:r>
            <a:endParaRPr altLang="en-US" lang="zh-CN" smtClean="0"/>
          </a:p>
          <a:p>
            <a:pPr lvl="4"/>
            <a:r>
              <a:rPr altLang="en-US" lang="zh-CN" smtClean="0"/>
              <a:t>第五级</a:t>
            </a:r>
            <a:endParaRPr altLang="en-US" lang="zh-CN"/>
          </a:p>
        </p:txBody>
      </p:sp>
      <p:sp>
        <p:nvSpPr>
          <p:cNvPr id="104859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D997B5FA-0921-464F-AAE1-844C04324D75}" type="datetimeFigureOut">
              <a:rPr altLang="en-US" lang="zh-CN" smtClean="0"/>
            </a:fld>
            <a:endParaRPr altLang="en-US" lang="zh-CN"/>
          </a:p>
        </p:txBody>
      </p:sp>
      <p:sp>
        <p:nvSpPr>
          <p:cNvPr id="104859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59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altLang="en-US" lang="zh-CN" smtClean="0"/>
            </a:fld>
            <a:endParaRPr altLang="en-US" 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/>
        </p:spPr>
        <p:txBody>
          <a:bodyPr anchor="ctr" bIns="45720" lIns="91440" rIns="91440" rtlCol="0" tIns="45720" vert="horz">
            <a:normAutofit/>
          </a:bodyPr>
          <a:p>
            <a:r>
              <a:rPr altLang="en-US" lang="zh-CN" smtClean="0"/>
              <a:t>单击此处编辑母版标题样式</a:t>
            </a:r>
            <a:endParaRPr altLang="en-US" lang="zh-CN"/>
          </a:p>
        </p:txBody>
      </p:sp>
      <p:sp>
        <p:nvSpPr>
          <p:cNvPr id="1048577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/>
        </p:spPr>
        <p:txBody>
          <a:bodyPr bIns="45720" lIns="91440" rIns="91440" rtlCol="0" tIns="45720" vert="horz">
            <a:normAutofit/>
          </a:bodyPr>
          <a:p>
            <a:pPr lvl="0"/>
            <a:r>
              <a:rPr altLang="en-US" lang="zh-CN" smtClean="0"/>
              <a:t>单击此处编辑母版文本样式</a:t>
            </a:r>
            <a:endParaRPr altLang="en-US" lang="zh-CN" smtClean="0"/>
          </a:p>
          <a:p>
            <a:pPr lvl="1"/>
            <a:r>
              <a:rPr altLang="en-US" lang="zh-CN" smtClean="0"/>
              <a:t>第二级</a:t>
            </a:r>
            <a:endParaRPr altLang="en-US" lang="zh-CN" smtClean="0"/>
          </a:p>
          <a:p>
            <a:pPr lvl="2"/>
            <a:r>
              <a:rPr altLang="en-US" lang="zh-CN" smtClean="0"/>
              <a:t>第三级</a:t>
            </a:r>
            <a:endParaRPr altLang="en-US" lang="zh-CN" smtClean="0"/>
          </a:p>
          <a:p>
            <a:pPr lvl="3"/>
            <a:r>
              <a:rPr altLang="en-US" lang="zh-CN" smtClean="0"/>
              <a:t>第四级</a:t>
            </a:r>
            <a:endParaRPr altLang="en-US" lang="zh-CN" smtClean="0"/>
          </a:p>
          <a:p>
            <a:pPr lvl="4"/>
            <a:r>
              <a:rPr altLang="en-US" lang="zh-CN" smtClean="0"/>
              <a:t>第五级</a:t>
            </a:r>
            <a:endParaRPr altLang="en-US" lang="zh-CN"/>
          </a:p>
        </p:txBody>
      </p:sp>
      <p:sp>
        <p:nvSpPr>
          <p:cNvPr id="1048578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/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altLang="en-US" lang="zh-CN" smtClean="0"/>
            </a:fld>
            <a:endParaRPr altLang="en-US" lang="zh-CN"/>
          </a:p>
        </p:txBody>
      </p:sp>
      <p:sp>
        <p:nvSpPr>
          <p:cNvPr id="1048579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/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altLang="en-US" lang="zh-CN"/>
          </a:p>
        </p:txBody>
      </p:sp>
      <p:sp>
        <p:nvSpPr>
          <p:cNvPr id="1048580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/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altLang="en-US" lang="zh-CN" smtClean="0"/>
            </a:fld>
            <a:endParaRPr altLang="en-US" lang="zh-CN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" name=""/>
        <p:cNvGrpSpPr/>
        <p:nvPr/>
      </p:nvGrpSpPr>
      <p:grpSpPr>
        <a:xfrm/>
      </p:grpSpPr>
      <p:sp>
        <p:nvSpPr>
          <p:cNvPr id="1048586" name="文本框 5"/>
          <p:cNvSpPr txBox="1"/>
          <p:nvPr/>
        </p:nvSpPr>
        <p:spPr>
          <a:xfrm>
            <a:off x="1467485" y="4989195"/>
            <a:ext cx="1254125" cy="472440"/>
          </a:xfrm>
          <a:prstGeom prst="rect"/>
          <a:noFill/>
        </p:spPr>
        <p:txBody>
          <a:bodyPr rtlCol="0" wrap="square">
            <a:spAutoFit/>
          </a:bodyPr>
          <a:p>
            <a:pPr algn="ctr"/>
            <a:r>
              <a:rPr altLang="en-US" b="1" sz="2665" lang="zh-CN">
                <a:latin typeface="新宋体" panose="02010609030101010101" charset="-122"/>
                <a:ea typeface="新宋体" panose="02010609030101010101" charset="-122"/>
              </a:rPr>
              <a:t>彭洁琼</a:t>
            </a:r>
            <a:endParaRPr altLang="en-US" b="1" sz="2665" lang="zh-CN">
              <a:latin typeface="新宋体" panose="02010609030101010101" charset="-122"/>
              <a:ea typeface="新宋体" panose="02010609030101010101" charset="-122"/>
            </a:endParaRPr>
          </a:p>
        </p:txBody>
      </p:sp>
      <p:sp>
        <p:nvSpPr>
          <p:cNvPr id="1048587" name="文本框 6"/>
          <p:cNvSpPr txBox="1"/>
          <p:nvPr/>
        </p:nvSpPr>
        <p:spPr>
          <a:xfrm>
            <a:off x="4380230" y="406400"/>
            <a:ext cx="6345555" cy="5709920"/>
          </a:xfrm>
          <a:prstGeom prst="rect"/>
          <a:noFill/>
        </p:spPr>
        <p:txBody>
          <a:bodyPr rtlCol="0" wrap="square">
            <a:noAutofit/>
          </a:bodyPr>
          <a:p>
            <a:pPr defTabSz="914400" indent="-285750" marL="285750" marR="0">
              <a:lnSpc>
                <a:spcPct val="290000"/>
              </a:lnSpc>
              <a:spcBef>
                <a:spcPts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altLang="en-US" b="1" sz="1600" lang="zh-CN">
                <a:latin typeface="新宋体" panose="02010609030101010101" charset="-122"/>
                <a:ea typeface="新宋体" panose="02010609030101010101" charset="-122"/>
                <a:cs typeface="新宋体" panose="02010609030101010101" charset="-122"/>
                <a:sym typeface="+mn-ea"/>
              </a:rPr>
              <a:t>山东省肿瘤医院消化内科三病区</a:t>
            </a:r>
            <a:r>
              <a:rPr altLang="zh-CN" b="1" sz="1600" lang="en-US">
                <a:latin typeface="新宋体" panose="02010609030101010101" charset="-122"/>
                <a:ea typeface="新宋体" panose="02010609030101010101" charset="-122"/>
                <a:cs typeface="新宋体" panose="02010609030101010101" charset="-122"/>
                <a:sym typeface="+mn-ea"/>
              </a:rPr>
              <a:t> </a:t>
            </a:r>
            <a:r>
              <a:rPr altLang="zh-CN" b="1" sz="1600" lang="en-US">
                <a:latin typeface="新宋体" panose="02010609030101010101" charset="-122"/>
                <a:ea typeface="新宋体" panose="02010609030101010101" charset="-122"/>
                <a:cs typeface="新宋体" panose="02010609030101010101" charset="-122"/>
                <a:sym typeface="+mn-ea"/>
              </a:rPr>
              <a:t> </a:t>
            </a:r>
            <a:endParaRPr altLang="en-US" b="1" sz="1600" lang="zh-CN">
              <a:latin typeface="新宋体" panose="02010609030101010101" charset="-122"/>
              <a:ea typeface="新宋体" panose="02010609030101010101" charset="-122"/>
              <a:cs typeface="新宋体" panose="02010609030101010101" charset="-122"/>
              <a:sym typeface="+mn-ea"/>
            </a:endParaRPr>
          </a:p>
          <a:p>
            <a:pPr defTabSz="914400" indent="-285750" marL="285750" marR="0">
              <a:lnSpc>
                <a:spcPct val="290000"/>
              </a:lnSpc>
              <a:spcBef>
                <a:spcPts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altLang="en-US" b="1" sz="1600" lang="zh-CN">
                <a:latin typeface="新宋体" panose="02010609030101010101" charset="-122"/>
                <a:ea typeface="新宋体" panose="02010609030101010101" charset="-122"/>
                <a:cs typeface="新宋体" panose="02010609030101010101" charset="-122"/>
                <a:sym typeface="+mn-ea"/>
              </a:rPr>
              <a:t>山东省疼痛医学会肿瘤化疗青委会副主任委员</a:t>
            </a:r>
            <a:endParaRPr altLang="en-US" b="1" sz="1600" lang="zh-CN">
              <a:latin typeface="新宋体" panose="02010609030101010101" charset="-122"/>
              <a:ea typeface="新宋体" panose="02010609030101010101" charset="-122"/>
              <a:cs typeface="新宋体" panose="02010609030101010101" charset="-122"/>
              <a:sym typeface="+mn-ea"/>
            </a:endParaRPr>
          </a:p>
          <a:p>
            <a:pPr defTabSz="914400" indent="-285750" marL="285750" marR="0">
              <a:lnSpc>
                <a:spcPct val="290000"/>
              </a:lnSpc>
              <a:spcBef>
                <a:spcPts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altLang="en-US" b="1" sz="1600" lang="zh-CN">
                <a:latin typeface="新宋体" panose="02010609030101010101" charset="-122"/>
                <a:ea typeface="新宋体" panose="02010609030101010101" charset="-122"/>
                <a:cs typeface="新宋体" panose="02010609030101010101" charset="-122"/>
                <a:sym typeface="+mn-ea"/>
              </a:rPr>
              <a:t>中国抗癌协会肿瘤营养专业委员会老年肿瘤营养专家协作组委员</a:t>
            </a:r>
            <a:endParaRPr altLang="en-US" b="1" sz="1600" lang="zh-CN">
              <a:latin typeface="新宋体" panose="02010609030101010101" charset="-122"/>
              <a:ea typeface="新宋体" panose="02010609030101010101" charset="-122"/>
              <a:cs typeface="新宋体" panose="02010609030101010101" charset="-122"/>
              <a:sym typeface="+mn-ea"/>
            </a:endParaRPr>
          </a:p>
          <a:p>
            <a:pPr defTabSz="914400" indent="-285750" marL="285750" marR="0">
              <a:lnSpc>
                <a:spcPct val="290000"/>
              </a:lnSpc>
              <a:spcBef>
                <a:spcPts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altLang="en-US" b="1" sz="1600" lang="zh-CN">
                <a:latin typeface="新宋体" panose="02010609030101010101" charset="-122"/>
                <a:ea typeface="新宋体" panose="02010609030101010101" charset="-122"/>
                <a:cs typeface="新宋体" panose="02010609030101010101" charset="-122"/>
                <a:sym typeface="+mn-ea"/>
              </a:rPr>
              <a:t>山东省医院协会肿瘤精准治疗分会委员</a:t>
            </a:r>
            <a:endParaRPr altLang="en-US" b="1" sz="1600" lang="zh-CN">
              <a:latin typeface="新宋体" panose="02010609030101010101" charset="-122"/>
              <a:ea typeface="新宋体" panose="02010609030101010101" charset="-122"/>
              <a:cs typeface="新宋体" panose="02010609030101010101" charset="-122"/>
              <a:sym typeface="+mn-ea"/>
            </a:endParaRPr>
          </a:p>
          <a:p>
            <a:pPr defTabSz="914400" indent="-285750" marL="285750" marR="0">
              <a:lnSpc>
                <a:spcPct val="290000"/>
              </a:lnSpc>
              <a:spcBef>
                <a:spcPts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altLang="en-US" b="1" sz="1600" lang="zh-CN">
                <a:latin typeface="新宋体" panose="02010609030101010101" charset="-122"/>
                <a:ea typeface="新宋体" panose="02010609030101010101" charset="-122"/>
                <a:cs typeface="新宋体" panose="02010609030101010101" charset="-122"/>
                <a:sym typeface="+mn-ea"/>
              </a:rPr>
              <a:t>山东免疫学会肿瘤免疫专业委员会</a:t>
            </a:r>
            <a:endParaRPr altLang="en-US" b="1" sz="1600" lang="zh-CN">
              <a:latin typeface="新宋体" panose="02010609030101010101" charset="-122"/>
              <a:ea typeface="新宋体" panose="02010609030101010101" charset="-122"/>
              <a:cs typeface="新宋体" panose="02010609030101010101" charset="-122"/>
              <a:sym typeface="+mn-ea"/>
            </a:endParaRPr>
          </a:p>
          <a:p>
            <a:pPr defTabSz="914400" indent="-285750" marL="285750" marR="0">
              <a:lnSpc>
                <a:spcPct val="290000"/>
              </a:lnSpc>
              <a:spcBef>
                <a:spcPts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altLang="en-US" b="1" sz="1600" lang="zh-CN">
                <a:latin typeface="新宋体" panose="02010609030101010101" charset="-122"/>
                <a:ea typeface="新宋体" panose="02010609030101010101" charset="-122"/>
                <a:cs typeface="新宋体" panose="02010609030101010101" charset="-122"/>
                <a:sym typeface="+mn-ea"/>
              </a:rPr>
              <a:t>山东省抗癌协会靶向治疗分会青委</a:t>
            </a:r>
            <a:endParaRPr altLang="en-US" b="1" sz="1600" lang="zh-CN">
              <a:latin typeface="新宋体" panose="02010609030101010101" charset="-122"/>
              <a:ea typeface="新宋体" panose="02010609030101010101" charset="-122"/>
              <a:cs typeface="新宋体" panose="02010609030101010101" charset="-122"/>
              <a:sym typeface="+mn-ea"/>
            </a:endParaRPr>
          </a:p>
          <a:p>
            <a:pPr defTabSz="914400" indent="-285750" marL="285750" marR="0">
              <a:lnSpc>
                <a:spcPct val="290000"/>
              </a:lnSpc>
              <a:spcBef>
                <a:spcPts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altLang="en-US" b="1" sz="1600" lang="zh-CN">
                <a:latin typeface="新宋体" panose="02010609030101010101" charset="-122"/>
                <a:ea typeface="新宋体" panose="02010609030101010101" charset="-122"/>
                <a:cs typeface="新宋体" panose="02010609030101010101" charset="-122"/>
                <a:sym typeface="+mn-ea"/>
              </a:rPr>
              <a:t>发表</a:t>
            </a:r>
            <a:r>
              <a:rPr altLang="zh-CN_#Hans" b="1" sz="1600" lang="en-US">
                <a:latin typeface="新宋体" panose="02010609030101010101" charset="-122"/>
                <a:ea typeface="新宋体" panose="02010609030101010101" charset="-122"/>
                <a:cs typeface="新宋体" panose="02010609030101010101" charset="-122"/>
                <a:sym typeface="+mn-ea"/>
              </a:rPr>
              <a:t>1</a:t>
            </a:r>
            <a:r>
              <a:rPr altLang="zh-CN_#Hans" b="1" sz="1600" lang="en-US">
                <a:latin typeface="新宋体" panose="02010609030101010101" charset="-122"/>
                <a:ea typeface="新宋体" panose="02010609030101010101" charset="-122"/>
                <a:cs typeface="新宋体" panose="02010609030101010101" charset="-122"/>
                <a:sym typeface="+mn-ea"/>
              </a:rPr>
              <a:t>0</a:t>
            </a:r>
            <a:r>
              <a:rPr altLang="en-US" b="1" sz="1600" lang="zh-CN">
                <a:latin typeface="新宋体" panose="02010609030101010101" charset="-122"/>
                <a:ea typeface="新宋体" panose="02010609030101010101" charset="-122"/>
                <a:cs typeface="新宋体" panose="02010609030101010101" charset="-122"/>
                <a:sym typeface="+mn-ea"/>
              </a:rPr>
              <a:t>篇SCI，累计影响因子</a:t>
            </a:r>
            <a:r>
              <a:rPr altLang="zh-CN_#Hans" b="1" sz="1600" lang="en-US">
                <a:latin typeface="新宋体" panose="02010609030101010101" charset="-122"/>
                <a:ea typeface="新宋体" panose="02010609030101010101" charset="-122"/>
                <a:cs typeface="新宋体" panose="02010609030101010101" charset="-122"/>
                <a:sym typeface="+mn-ea"/>
              </a:rPr>
              <a:t>5</a:t>
            </a:r>
            <a:r>
              <a:rPr altLang="zh-CN_#Hans" b="1" sz="1600" lang="en-US">
                <a:latin typeface="新宋体" panose="02010609030101010101" charset="-122"/>
                <a:ea typeface="新宋体" panose="02010609030101010101" charset="-122"/>
                <a:cs typeface="新宋体" panose="02010609030101010101" charset="-122"/>
                <a:sym typeface="+mn-ea"/>
              </a:rPr>
              <a:t>3</a:t>
            </a:r>
            <a:r>
              <a:rPr altLang="en-US" b="1" sz="1600" lang="zh-CN">
                <a:latin typeface="新宋体" panose="02010609030101010101" charset="-122"/>
                <a:ea typeface="新宋体" panose="02010609030101010101" charset="-122"/>
                <a:cs typeface="新宋体" panose="02010609030101010101" charset="-122"/>
                <a:sym typeface="+mn-ea"/>
              </a:rPr>
              <a:t>分</a:t>
            </a:r>
            <a:endParaRPr altLang="en-US" b="1" sz="1600" lang="zh-CN">
              <a:latin typeface="新宋体" panose="02010609030101010101" charset="-122"/>
              <a:ea typeface="新宋体" panose="02010609030101010101" charset="-122"/>
              <a:cs typeface="新宋体" panose="02010609030101010101" charset="-122"/>
              <a:sym typeface="+mn-ea"/>
            </a:endParaRPr>
          </a:p>
        </p:txBody>
      </p:sp>
      <p:pic>
        <p:nvPicPr>
          <p:cNvPr id="2097152" name="图片 2097151"/>
          <p:cNvPicPr>
            <a:picLocks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1063888" y="1567760"/>
            <a:ext cx="2062379" cy="3066675"/>
          </a:xfrm>
          <a:prstGeom prst="rect"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WPS 演示</Application>
  <ScaleCrop>0</ScaleCrop>
  <LinksUpToDate>0</LinksUpToDate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辰远</dc:creator>
  <cp:lastModifiedBy>oh happy</cp:lastModifiedBy>
  <dcterms:created xsi:type="dcterms:W3CDTF">2025-07-13T14:03:18Z</dcterms:created>
  <dcterms:modified xsi:type="dcterms:W3CDTF">2026-02-09T08:52:09Z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  <property fmtid="{D5CDD505-2E9C-101B-9397-08002B2CF9AE}" pid="3" name="ICV">
    <vt:lpwstr>e67fc3469b1a41d7b9ca257bddd52dce_23</vt:lpwstr>
  </property>
</Properties>
</file>