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stin Daniels" initials="J" lastIdx="13" clrIdx="0"/>
  <p:cmAuthor id="2" name="caoqi" initials="c" lastIdx="42" clrIdx="0"/>
  <p:cmAuthor id="3" name="Svetlana Kobina" initials="S" lastIdx="3" clrIdx="7"/>
  <p:cmAuthor id="4" name="Jennifer Casper, ELS" initials="J" lastIdx="19" clrIdx="1"/>
  <p:cmAuthor id="5" name="Wanjun Liu" initials="W" lastIdx="1" clrIdx="9"/>
  <p:cmAuthor id="6" name="Frank Verholen" initials="F" lastIdx="38" clrIdx="8"/>
  <p:cmAuthor id="7" name="Aviva Asnis-Alibozek, PA-C, DFAAPA" initials="A" lastIdx="9" clrIdx="2"/>
  <p:cmAuthor id="8" name="Microsoft" initials="M" lastIdx="0" clrIdx="4"/>
  <p:cmAuthor id="9" name="Amanda Perkerson, ELS" initials="A" lastIdx="32" clrIdx="0"/>
  <p:cmAuthor id="10" name="Administrator" initials="A" lastIdx="2" clrIdx="5"/>
  <p:cmAuthor id="11" name="admin" initials="a" lastIdx="4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commentAuthors" Target="commentAuthors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1" name="文本框 1"/>
          <p:cNvSpPr txBox="1"/>
          <p:nvPr/>
        </p:nvSpPr>
        <p:spPr>
          <a:xfrm>
            <a:off x="718820" y="4710113"/>
            <a:ext cx="2435225" cy="737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lnSpc>
                <a:spcPct val="150000"/>
              </a:lnSpc>
            </a:pPr>
            <a:r>
              <a:rPr lang="zh-CN" altLang="en-US" sz="2800" dirty="0">
                <a:solidFill>
                  <a:srgbClr val="161613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刘悦超</a:t>
            </a:r>
            <a:r>
              <a:rPr lang="zh-CN" altLang="en-US" sz="2400" dirty="0">
                <a:solidFill>
                  <a:srgbClr val="161613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zh-CN" altLang="en-US" sz="2400" dirty="0">
              <a:solidFill>
                <a:srgbClr val="161613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172" name="文本框 3"/>
          <p:cNvSpPr txBox="1"/>
          <p:nvPr/>
        </p:nvSpPr>
        <p:spPr>
          <a:xfrm>
            <a:off x="4460875" y="1449705"/>
            <a:ext cx="6021705" cy="41541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山东省肿瘤医院</a:t>
            </a:r>
            <a:r>
              <a:rPr lang="en-US" altLang="zh-CN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消化内科一病区</a:t>
            </a:r>
            <a:r>
              <a:rPr lang="en-US" altLang="zh-CN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主治医师</a:t>
            </a:r>
            <a:r>
              <a:rPr lang="en-US" altLang="zh-CN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  </a:t>
            </a:r>
            <a:r>
              <a:rPr lang="zh-CN" altLang="en-US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中共党员</a:t>
            </a:r>
            <a:endParaRPr lang="en-US" altLang="zh-CN" sz="1600" dirty="0">
              <a:solidFill>
                <a:srgbClr val="161613"/>
              </a:solidFill>
              <a:latin typeface="+mj-ea"/>
              <a:ea typeface="+mj-ea"/>
              <a:cs typeface="+mj-ea"/>
              <a:sym typeface="宋体" panose="02010600030101010101" pitchFamily="2" charset="-122"/>
            </a:endParaRPr>
          </a:p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哈尔滨医科大学肿瘤学博士</a:t>
            </a:r>
            <a:r>
              <a:rPr lang="en-US" altLang="zh-CN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  </a:t>
            </a:r>
            <a:r>
              <a:rPr lang="zh-CN" altLang="en-US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山东第一医科大学博士后</a:t>
            </a:r>
            <a:r>
              <a:rPr lang="en-US" altLang="zh-CN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  </a:t>
            </a:r>
            <a:endParaRPr lang="zh-CN" altLang="en-US" sz="1600" dirty="0">
              <a:solidFill>
                <a:srgbClr val="161613"/>
              </a:solidFill>
              <a:latin typeface="+mj-ea"/>
              <a:ea typeface="+mj-ea"/>
              <a:cs typeface="+mj-ea"/>
              <a:sym typeface="宋体" panose="02010600030101010101" pitchFamily="2" charset="-122"/>
            </a:endParaRPr>
          </a:p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专业特长：</a:t>
            </a:r>
            <a:endParaRPr lang="zh-CN" altLang="en-US" sz="1600" dirty="0">
              <a:solidFill>
                <a:srgbClr val="161613"/>
              </a:solidFill>
              <a:latin typeface="+mj-ea"/>
              <a:ea typeface="+mj-ea"/>
              <a:cs typeface="+mj-ea"/>
              <a:sym typeface="宋体" panose="02010600030101010101" pitchFamily="2" charset="-122"/>
            </a:endParaRPr>
          </a:p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从事消化道肿瘤的临床与科研工作，擅长食管癌、胃癌、结直肠癌等消化内科常见肿瘤的诊治。</a:t>
            </a:r>
            <a:endParaRPr lang="zh-CN" altLang="en-US" sz="1600" dirty="0">
              <a:solidFill>
                <a:srgbClr val="161613"/>
              </a:solidFill>
              <a:latin typeface="+mj-ea"/>
              <a:ea typeface="+mj-ea"/>
              <a:cs typeface="+mj-ea"/>
              <a:sym typeface="宋体" panose="02010600030101010101" pitchFamily="2" charset="-122"/>
            </a:endParaRPr>
          </a:p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发表</a:t>
            </a:r>
            <a:r>
              <a:rPr lang="en-US" altLang="zh-CN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SCI</a:t>
            </a:r>
            <a:r>
              <a:rPr lang="zh-CN" altLang="en-US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文章数篇。</a:t>
            </a:r>
            <a:endParaRPr lang="zh-CN" altLang="en-US" sz="1600" dirty="0">
              <a:solidFill>
                <a:srgbClr val="161613"/>
              </a:solidFill>
              <a:latin typeface="+mj-ea"/>
              <a:ea typeface="+mj-ea"/>
              <a:cs typeface="+mj-ea"/>
              <a:sym typeface="宋体" panose="02010600030101010101" pitchFamily="2" charset="-122"/>
            </a:endParaRPr>
          </a:p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主持山东省科技卫生项目青年基金</a:t>
            </a:r>
            <a:r>
              <a:rPr lang="en-US" altLang="zh-CN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1</a:t>
            </a:r>
            <a:r>
              <a:rPr lang="zh-CN" altLang="en-US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项，中国博士后科研基金面上项目</a:t>
            </a:r>
            <a:r>
              <a:rPr lang="en-US" altLang="zh-CN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1</a:t>
            </a:r>
            <a:r>
              <a:rPr lang="zh-CN" altLang="en-US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项。</a:t>
            </a:r>
            <a:endParaRPr lang="zh-CN" altLang="en-US" sz="1600" dirty="0">
              <a:solidFill>
                <a:srgbClr val="161613"/>
              </a:solidFill>
              <a:latin typeface="+mj-ea"/>
              <a:ea typeface="+mj-ea"/>
              <a:cs typeface="+mj-ea"/>
              <a:sym typeface="宋体" panose="02010600030101010101" pitchFamily="2" charset="-122"/>
            </a:endParaRPr>
          </a:p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山东省医学会类器官分会</a:t>
            </a:r>
            <a:r>
              <a:rPr lang="en-US" altLang="zh-CN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  </a:t>
            </a:r>
            <a:r>
              <a:rPr lang="zh-CN" altLang="en-US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委员</a:t>
            </a:r>
            <a:endParaRPr lang="zh-CN" altLang="en-US" sz="1600" dirty="0">
              <a:solidFill>
                <a:srgbClr val="161613"/>
              </a:solidFill>
              <a:latin typeface="+mj-ea"/>
              <a:ea typeface="+mj-ea"/>
              <a:cs typeface="+mj-ea"/>
              <a:sym typeface="宋体" panose="02010600030101010101" pitchFamily="2" charset="-122"/>
            </a:endParaRPr>
          </a:p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山东免疫学会肿瘤分子标志物于靶向治疗专业委员会</a:t>
            </a:r>
            <a:r>
              <a:rPr lang="en-US" altLang="zh-CN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  </a:t>
            </a:r>
            <a:r>
              <a:rPr lang="zh-CN" altLang="en-US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委员</a:t>
            </a:r>
            <a:endParaRPr lang="zh-CN" altLang="en-US" sz="1600" dirty="0">
              <a:solidFill>
                <a:srgbClr val="161613"/>
              </a:solidFill>
              <a:latin typeface="+mj-ea"/>
              <a:ea typeface="+mj-ea"/>
              <a:cs typeface="+mj-ea"/>
              <a:sym typeface="宋体" panose="02010600030101010101" pitchFamily="2" charset="-122"/>
            </a:endParaRPr>
          </a:p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山东省健康管理协会消化道肿瘤防治专业委员会</a:t>
            </a:r>
            <a:r>
              <a:rPr lang="en-US" altLang="zh-CN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  </a:t>
            </a:r>
            <a:r>
              <a:rPr lang="zh-CN" altLang="en-US" sz="1600" dirty="0">
                <a:solidFill>
                  <a:srgbClr val="161613"/>
                </a:solidFill>
                <a:latin typeface="+mj-ea"/>
                <a:ea typeface="+mj-ea"/>
                <a:cs typeface="+mj-ea"/>
                <a:sym typeface="宋体" panose="02010600030101010101" pitchFamily="2" charset="-122"/>
              </a:rPr>
              <a:t>委员</a:t>
            </a:r>
            <a:endParaRPr lang="zh-CN" altLang="en-US" sz="1600" dirty="0">
              <a:solidFill>
                <a:srgbClr val="161613"/>
              </a:solidFill>
              <a:latin typeface="+mj-ea"/>
              <a:ea typeface="+mj-ea"/>
              <a:cs typeface="+mj-ea"/>
              <a:sym typeface="宋体" panose="02010600030101010101" pitchFamily="2" charset="-122"/>
            </a:endParaRPr>
          </a:p>
        </p:txBody>
      </p:sp>
      <p:pic>
        <p:nvPicPr>
          <p:cNvPr id="2" name="图片 2" descr="照片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635" y="1652905"/>
            <a:ext cx="2374265" cy="2933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106045" y="122555"/>
            <a:ext cx="3534410" cy="7835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WPS 演示</Application>
  <PresentationFormat>宽屏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华文新魏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shipu zhang</dc:creator>
  <cp:lastModifiedBy>小飞象</cp:lastModifiedBy>
  <cp:revision>6</cp:revision>
  <dcterms:created xsi:type="dcterms:W3CDTF">2023-08-09T12:44:00Z</dcterms:created>
  <dcterms:modified xsi:type="dcterms:W3CDTF">2025-11-27T12:59:49Z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2052-12.1.0.21915</vt:lpwstr>
  </property>
</Properties>
</file>