
<file path=[Content_Types].xml><?xml version="1.0" encoding="utf-8"?>
<Types xmlns="http://schemas.openxmlformats.org/package/2006/content-types">
  <Default Extension="jpeg" ContentType="image/jpeg"/>
  <Default Extension="xml" ContentType="application/xml"/>
  <Default Extension="rels" ContentType="application/vnd.openxmlformats-package.relationships+xml"/>
  <Override PartName="/ppt/media/image1.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tags/tag1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5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tableStyles" Target="tableStyles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3" Type="http://schemas.openxmlformats.org/officeDocument/2006/relationships/slide" Target="slides/slide1.xml" /><Relationship Id="rId7" Type="http://schemas.openxmlformats.org/officeDocument/2006/relationships/tags" Target="tags/tag1.xml" /><Relationship Id="rId2" Type="http://schemas.openxmlformats.org/officeDocument/2006/relationships/theme" Target="theme/theme1.xml" /><Relationship Id="rId1" Type="http://schemas.openxmlformats.org/officeDocument/2006/relationships/slideMaster" Target="slideMasters/slideMaster1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25A1-DA88-49BF-94B6-E469D65CA4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1B11D-1136-49B1-B662-98C60F548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25A1-DA88-49BF-94B6-E469D65CA4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1B11D-1136-49B1-B662-98C60F548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25A1-DA88-49BF-94B6-E469D65CA4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1B11D-1136-49B1-B662-98C60F548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25A1-DA88-49BF-94B6-E469D65CA4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1B11D-1136-49B1-B662-98C60F548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25A1-DA88-49BF-94B6-E469D65CA4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1B11D-1136-49B1-B662-98C60F548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25A1-DA88-49BF-94B6-E469D65CA4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1B11D-1136-49B1-B662-98C60F548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25A1-DA88-49BF-94B6-E469D65CA4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1B11D-1136-49B1-B662-98C60F548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25A1-DA88-49BF-94B6-E469D65CA4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1B11D-1136-49B1-B662-98C60F548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25A1-DA88-49BF-94B6-E469D65CA4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1B11D-1136-49B1-B662-98C60F548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25A1-DA88-49BF-94B6-E469D65CA4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1B11D-1136-49B1-B662-98C60F548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025A1-DA88-49BF-94B6-E469D65CA4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1B11D-1136-49B1-B662-98C60F548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2" Type="http://schemas.openxmlformats.org/officeDocument/2006/relationships/theme" Target="../theme/theme1.xml" /><Relationship Id="rId8" Type="http://schemas.openxmlformats.org/officeDocument/2006/relationships/slideLayout" Target="../slideLayouts/slideLayout8.xml" /><Relationship Id="rId11" Type="http://schemas.openxmlformats.org/officeDocument/2006/relationships/slideLayout" Target="../slideLayouts/slideLayout11.xml" /><Relationship Id="rId7" Type="http://schemas.openxmlformats.org/officeDocument/2006/relationships/slideLayout" Target="../slideLayouts/slideLayout7.xml" /><Relationship Id="rId6" Type="http://schemas.openxmlformats.org/officeDocument/2006/relationships/slideLayout" Target="../slideLayouts/slideLayout6.xml" /><Relationship Id="rId9" Type="http://schemas.openxmlformats.org/officeDocument/2006/relationships/slideLayout" Target="../slideLayouts/slideLayout9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Relationship Id="rId3" Type="http://schemas.openxmlformats.org/officeDocument/2006/relationships/slideLayout" Target="../slideLayouts/slideLayout3.xml" /><Relationship Id="rId10" Type="http://schemas.openxmlformats.org/officeDocument/2006/relationships/slideLayout" Target="../slideLayouts/slideLayout10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025A1-DA88-49BF-94B6-E469D65CA4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1B11D-1136-49B1-B662-98C60F548D8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3" Type="http://schemas.openxmlformats.org/officeDocument/2006/relationships/slideLayout" Target="../slideLayouts/slideLayout1.xml" /><Relationship Id="rId1" Type="http://schemas.openxmlformats.org/officeDocument/2006/relationships/image" Target="../media/image1.jpe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815" y="985233"/>
            <a:ext cx="2829059" cy="4243589"/>
          </a:xfrm>
          <a:prstGeom prst="rect">
            <a:avLst/>
          </a:prstGeom>
        </p:spPr>
      </p:pic>
      <p:sp>
        <p:nvSpPr>
          <p:cNvPr id="6" name="文本框 5"/>
          <p:cNvSpPr/>
          <p:nvPr/>
        </p:nvSpPr>
        <p:spPr>
          <a:xfrm>
            <a:off x="4311184" y="421471"/>
            <a:ext cx="6830025" cy="5708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altLang="en-US" dirty="0" lang="zh-CN" sz="2000">
                <a:ea typeface="宋体" panose="02010600030101010101" pitchFamily="2" charset="-122"/>
                <a:latin typeface="宋体" panose="02010600030101010101" pitchFamily="2" charset="-122"/>
              </a:rPr>
              <a:t>山东省肿瘤医院</a:t>
            </a:r>
            <a:endParaRPr altLang="zh-CN" dirty="0" lang="en-US" sz="2000">
              <a:ea typeface="宋体" panose="02010600030101010101" pitchFamily="2" charset="-122"/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altLang="en-US" dirty="0" lang="zh-CN" b="1" sz="2000">
                <a:sym typeface="+mn-ea"/>
                <a:ea typeface="宋体" panose="02010600030101010101" pitchFamily="2" charset="-122"/>
                <a:latin typeface="宋体" panose="02010600030101010101" pitchFamily="2" charset="-122"/>
              </a:rPr>
              <a:t>博士</a:t>
            </a:r>
            <a:r>
              <a:rPr altLang="zh-CN" dirty="0" lang="en-US" b="1" sz="2000">
                <a:sym typeface="+mn-ea"/>
                <a:ea typeface="宋体" panose="02010600030101010101" pitchFamily="2" charset="-122"/>
                <a:latin typeface="宋体" panose="02010600030101010101" pitchFamily="2" charset="-122"/>
              </a:rPr>
              <a:t>  </a:t>
            </a:r>
            <a:r>
              <a:rPr altLang="en-US" dirty="0" lang="zh-CN" b="1" sz="2000">
                <a:ea typeface="宋体" panose="02010600030101010101" pitchFamily="2" charset="-122"/>
                <a:latin typeface="宋体" panose="02010600030101010101" pitchFamily="2" charset="-122"/>
              </a:rPr>
              <a:t>放疗科</a:t>
            </a:r>
            <a:r>
              <a:rPr altLang="zh-CN" dirty="0" lang="en-US" b="1" sz="2000">
                <a:ea typeface="宋体" panose="02010600030101010101" pitchFamily="2" charset="-122"/>
                <a:latin typeface="宋体" panose="02010600030101010101" pitchFamily="2" charset="-122"/>
              </a:rPr>
              <a:t> </a:t>
            </a:r>
            <a:r>
              <a:rPr altLang="en-US" dirty="0" lang="zh-CN" b="1" sz="2000">
                <a:ea typeface="宋体" panose="02010600030101010101" pitchFamily="2" charset="-122"/>
                <a:latin typeface="宋体" panose="02010600030101010101" pitchFamily="2" charset="-122"/>
              </a:rPr>
              <a:t>主治医师</a:t>
            </a:r>
            <a:endParaRPr altLang="zh-CN" dirty="0" lang="en-US" b="1" sz="2000">
              <a:ea typeface="宋体" panose="02010600030101010101" pitchFamily="2" charset="-122"/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altLang="en-US" dirty="0" lang="zh-CN" sz="2000">
                <a:ea typeface="宋体" panose="02010600030101010101" pitchFamily="2" charset="-122"/>
                <a:latin typeface="宋体" panose="02010600030101010101" pitchFamily="2" charset="-122"/>
              </a:rPr>
              <a:t>主要从事胸部肿瘤的放射治疗相关的临床及基础研究。</a:t>
            </a:r>
            <a:r>
              <a:rPr altLang="en-US" dirty="0" lang="zh-CN" sz="2000">
                <a:sym typeface="+mn-ea"/>
                <a:ea typeface="宋体" panose="02010600030101010101" pitchFamily="2" charset="-122"/>
                <a:latin typeface="宋体" panose="02010600030101010101" pitchFamily="2" charset="-122"/>
              </a:rPr>
              <a:t>参与包括科技部重点研发计划、自然科学基金重点项目等国家级、省级课题多项。发表SCI论文十余篇，累计影响因子超30分，单篇影响因子最高12.5。</a:t>
            </a:r>
            <a:endParaRPr altLang="en-US" dirty="0" lang="zh-CN" sz="2000">
              <a:sym typeface="+mn-ea"/>
              <a:ea typeface="宋体" panose="02010600030101010101" pitchFamily="2" charset="-122"/>
              <a:latin typeface="宋体" panose="02010600030101010101" pitchFamily="2" charset="-122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buNone/>
            </a:pPr>
            <a:r>
              <a:rPr altLang="en-US" dirty="0" lang="zh-CN" sz="2000">
                <a:sym typeface="+mn-ea"/>
                <a:ea typeface="宋体" panose="02010600030101010101" pitchFamily="2" charset="-122"/>
                <a:latin typeface="宋体" panose="02010600030101010101" pitchFamily="2" charset="-122"/>
              </a:rPr>
              <a:t>山东省医师协会肿瘤放疗医师分会 秘书</a:t>
            </a:r>
            <a:endParaRPr altLang="en-US" dirty="0" lang="zh-CN" sz="2000">
              <a:sym typeface="+mn-ea"/>
              <a:ea typeface="宋体" panose="02010600030101010101" pitchFamily="2" charset="-122"/>
              <a:latin typeface="宋体" panose="02010600030101010101" pitchFamily="2" charset="-122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buNone/>
            </a:pPr>
            <a:r>
              <a:rPr altLang="en-US" dirty="0" lang="zh-CN" sz="2000">
                <a:sym typeface="+mn-ea"/>
                <a:ea typeface="宋体" panose="02010600030101010101" pitchFamily="2" charset="-122"/>
                <a:latin typeface="宋体" panose="02010600030101010101" pitchFamily="2" charset="-122"/>
              </a:rPr>
              <a:t>山东省质控中心食管质控学组</a:t>
            </a:r>
            <a:r>
              <a:rPr altLang="zh-CN" dirty="0" lang="en-US" sz="2000">
                <a:sym typeface="+mn-ea"/>
                <a:ea typeface="宋体" panose="02010600030101010101" pitchFamily="2" charset="-122"/>
                <a:latin typeface="宋体" panose="02010600030101010101" pitchFamily="2" charset="-122"/>
              </a:rPr>
              <a:t> </a:t>
            </a:r>
            <a:r>
              <a:rPr altLang="en-US" dirty="0" lang="zh-CN" sz="2000">
                <a:sym typeface="+mn-ea"/>
                <a:ea typeface="宋体" panose="02010600030101010101" pitchFamily="2" charset="-122"/>
                <a:latin typeface="宋体" panose="02010600030101010101" pitchFamily="2" charset="-122"/>
              </a:rPr>
              <a:t>秘书</a:t>
            </a:r>
            <a:endParaRPr altLang="en-US" dirty="0" lang="zh-CN" sz="2000">
              <a:ea typeface="宋体" panose="02010600030101010101" pitchFamily="2" charset="-122"/>
              <a:latin typeface="宋体" panose="02010600030101010101" pitchFamily="2" charset="-122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buNone/>
            </a:pPr>
            <a:r>
              <a:rPr altLang="en-US" dirty="0" lang="zh-CN" sz="2000">
                <a:ea typeface="宋体" panose="02010600030101010101" pitchFamily="2" charset="-122"/>
                <a:latin typeface="宋体" panose="02010600030101010101" pitchFamily="2" charset="-122"/>
              </a:rPr>
              <a:t>山东省临床肿瘤学会放疗专委会</a:t>
            </a:r>
            <a:r>
              <a:rPr altLang="zh-CN" dirty="0" lang="en-US" sz="2000">
                <a:ea typeface="宋体" panose="02010600030101010101" pitchFamily="2" charset="-122"/>
                <a:latin typeface="宋体" panose="02010600030101010101" pitchFamily="2" charset="-122"/>
              </a:rPr>
              <a:t> </a:t>
            </a:r>
            <a:r>
              <a:rPr altLang="en-US" dirty="0" lang="zh-CN" sz="2000">
                <a:ea typeface="宋体" panose="02010600030101010101" pitchFamily="2" charset="-122"/>
                <a:latin typeface="宋体" panose="02010600030101010101" pitchFamily="2" charset="-122"/>
              </a:rPr>
              <a:t>委员</a:t>
            </a:r>
            <a:endParaRPr altLang="en-US" dirty="0" lang="zh-CN" sz="2000">
              <a:ea typeface="宋体" panose="02010600030101010101" pitchFamily="2" charset="-122"/>
              <a:latin typeface="宋体" panose="02010600030101010101" pitchFamily="2" charset="-122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buNone/>
            </a:pPr>
            <a:r>
              <a:rPr altLang="en-US" dirty="0" lang="zh-CN" sz="2000">
                <a:ea typeface="宋体" panose="02010600030101010101" pitchFamily="2" charset="-122"/>
                <a:latin typeface="宋体" panose="02010600030101010101" pitchFamily="2" charset="-122"/>
              </a:rPr>
              <a:t>山东省研究型医院协会放疗分会</a:t>
            </a:r>
            <a:r>
              <a:rPr altLang="zh-CN" dirty="0" lang="en-US" sz="2000">
                <a:ea typeface="宋体" panose="02010600030101010101" pitchFamily="2" charset="-122"/>
                <a:latin typeface="宋体" panose="02010600030101010101" pitchFamily="2" charset="-122"/>
              </a:rPr>
              <a:t> </a:t>
            </a:r>
            <a:r>
              <a:rPr altLang="en-US" dirty="0" lang="zh-CN" sz="2000">
                <a:ea typeface="宋体" panose="02010600030101010101" pitchFamily="2" charset="-122"/>
                <a:latin typeface="宋体" panose="02010600030101010101" pitchFamily="2" charset="-122"/>
              </a:rPr>
              <a:t>委员</a:t>
            </a:r>
            <a:endParaRPr altLang="en-US" dirty="0" lang="zh-CN" sz="2000">
              <a:ea typeface="宋体" panose="02010600030101010101" pitchFamily="2" charset="-122"/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altLang="en-US" dirty="0" lang="zh-CN" sz="2000">
                <a:ea typeface="宋体" panose="02010600030101010101" pitchFamily="2" charset="-122"/>
                <a:latin typeface="宋体" panose="02010600030101010101" pitchFamily="2" charset="-122"/>
              </a:rPr>
              <a:t>山东省抗癌协会</a:t>
            </a:r>
            <a:r>
              <a:rPr altLang="zh-CN" dirty="0" lang="en-US" sz="2000">
                <a:ea typeface="宋体" panose="02010600030101010101" pitchFamily="2" charset="-122"/>
                <a:latin typeface="宋体" panose="02010600030101010101" pitchFamily="2" charset="-122"/>
              </a:rPr>
              <a:t> </a:t>
            </a:r>
            <a:r>
              <a:rPr altLang="en-US" dirty="0" lang="zh-CN" sz="2000">
                <a:ea typeface="宋体" panose="02010600030101010101" pitchFamily="2" charset="-122"/>
                <a:latin typeface="宋体" panose="02010600030101010101" pitchFamily="2" charset="-122"/>
              </a:rPr>
              <a:t>女医师分会</a:t>
            </a:r>
            <a:r>
              <a:rPr altLang="zh-CN" dirty="0" lang="en-US" sz="2000">
                <a:ea typeface="宋体" panose="02010600030101010101" pitchFamily="2" charset="-122"/>
                <a:latin typeface="宋体" panose="02010600030101010101" pitchFamily="2" charset="-122"/>
              </a:rPr>
              <a:t> </a:t>
            </a:r>
            <a:r>
              <a:rPr altLang="en-US" dirty="0" lang="zh-CN" sz="2000">
                <a:ea typeface="宋体" panose="02010600030101010101" pitchFamily="2" charset="-122"/>
                <a:latin typeface="宋体" panose="02010600030101010101" pitchFamily="2" charset="-122"/>
              </a:rPr>
              <a:t>委员</a:t>
            </a:r>
            <a:endParaRPr altLang="en-US" dirty="0" lang="zh-CN" sz="2000">
              <a:ea typeface="宋体" panose="02010600030101010101" pitchFamily="2" charset="-122"/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1f272f28-41af-41ba-a04a-1d9decb14fba"/>
  <p:tag name="COMMONDATA" val="eyJoZGlkIjoiZTVlMWQ4ZDljMGQzZGM1ZTllMWI0MzNkZWY3NGNjMzg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</Words>
  <Application>WPS 演示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Arial Unicode MS</vt:lpstr>
      <vt:lpstr>等线 Light</vt:lpstr>
      <vt:lpstr>等线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 清</dc:creator>
  <cp:lastModifiedBy>砻鸷琪</cp:lastModifiedBy>
  <cp:revision>6</cp:revision>
  <dcterms:created xsi:type="dcterms:W3CDTF">2020-04-09T08:57:00Z</dcterms:created>
  <dcterms:modified xsi:type="dcterms:W3CDTF">2023-03-30T12:26:01Z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ICV">
    <vt:lpwstr>D251838EACDC4E4D8359EF06D3367748</vt:lpwstr>
  </property>
  <property fmtid="{D5CDD505-2E9C-101B-9397-08002B2CF9AE}" pid="3" name="KSOProductBuildVer">
    <vt:lpwstr>2052-11.1.0.12970</vt:lpwstr>
  </property>
</Properties>
</file>