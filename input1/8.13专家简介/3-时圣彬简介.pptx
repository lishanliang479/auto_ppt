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F68F6-C484-4045-A053-812E32F8D0B3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A70D3-787E-4AAC-9428-93F54854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70D3-787E-4AAC-9428-93F5485431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04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9049" y="152400"/>
            <a:ext cx="975783" cy="731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72000" tIns="36000" rIns="72000" bIns="36000"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GB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GB" strike="noStrike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1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1" noProof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1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1" noProof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"/>
          <p:cNvSpPr/>
          <p:nvPr/>
        </p:nvSpPr>
        <p:spPr bwMode="auto">
          <a:xfrm>
            <a:off x="0" y="5902420"/>
            <a:ext cx="12192000" cy="955581"/>
          </a:xfrm>
          <a:custGeom>
            <a:avLst/>
            <a:gdLst/>
            <a:ahLst/>
            <a:cxnLst>
              <a:cxn ang="0">
                <a:pos x="11520" y="0"/>
              </a:cxn>
              <a:cxn ang="0">
                <a:pos x="11520" y="1536"/>
              </a:cxn>
              <a:cxn ang="0">
                <a:pos x="11396" y="1478"/>
              </a:cxn>
              <a:cxn ang="0">
                <a:pos x="11240" y="1410"/>
              </a:cxn>
              <a:cxn ang="0">
                <a:pos x="11022" y="1323"/>
              </a:cxn>
              <a:cxn ang="0">
                <a:pos x="10743" y="1220"/>
              </a:cxn>
              <a:cxn ang="0">
                <a:pos x="10403" y="1104"/>
              </a:cxn>
              <a:cxn ang="0">
                <a:pos x="10002" y="980"/>
              </a:cxn>
              <a:cxn ang="0">
                <a:pos x="9662" y="886"/>
              </a:cxn>
              <a:cxn ang="0">
                <a:pos x="9416" y="821"/>
              </a:cxn>
              <a:cxn ang="0">
                <a:pos x="9155" y="758"/>
              </a:cxn>
              <a:cxn ang="0">
                <a:pos x="8879" y="695"/>
              </a:cxn>
              <a:cxn ang="0">
                <a:pos x="8586" y="632"/>
              </a:cxn>
              <a:cxn ang="0">
                <a:pos x="8280" y="572"/>
              </a:cxn>
              <a:cxn ang="0">
                <a:pos x="7959" y="515"/>
              </a:cxn>
              <a:cxn ang="0">
                <a:pos x="7623" y="460"/>
              </a:cxn>
              <a:cxn ang="0">
                <a:pos x="7274" y="409"/>
              </a:cxn>
              <a:cxn ang="0">
                <a:pos x="6908" y="361"/>
              </a:cxn>
              <a:cxn ang="0">
                <a:pos x="6527" y="318"/>
              </a:cxn>
              <a:cxn ang="0">
                <a:pos x="6132" y="279"/>
              </a:cxn>
              <a:cxn ang="0">
                <a:pos x="5723" y="244"/>
              </a:cxn>
              <a:cxn ang="0">
                <a:pos x="5298" y="216"/>
              </a:cxn>
              <a:cxn ang="0">
                <a:pos x="4859" y="195"/>
              </a:cxn>
              <a:cxn ang="0">
                <a:pos x="4406" y="180"/>
              </a:cxn>
              <a:cxn ang="0">
                <a:pos x="3938" y="172"/>
              </a:cxn>
              <a:cxn ang="0">
                <a:pos x="3698" y="171"/>
              </a:cxn>
              <a:cxn ang="0">
                <a:pos x="3252" y="174"/>
              </a:cxn>
              <a:cxn ang="0">
                <a:pos x="2835" y="183"/>
              </a:cxn>
              <a:cxn ang="0">
                <a:pos x="2447" y="196"/>
              </a:cxn>
              <a:cxn ang="0">
                <a:pos x="2087" y="214"/>
              </a:cxn>
              <a:cxn ang="0">
                <a:pos x="1755" y="234"/>
              </a:cxn>
              <a:cxn ang="0">
                <a:pos x="1452" y="258"/>
              </a:cxn>
              <a:cxn ang="0">
                <a:pos x="1176" y="282"/>
              </a:cxn>
              <a:cxn ang="0">
                <a:pos x="713" y="333"/>
              </a:cxn>
              <a:cxn ang="0">
                <a:pos x="365" y="381"/>
              </a:cxn>
              <a:cxn ang="0">
                <a:pos x="132" y="418"/>
              </a:cxn>
              <a:cxn ang="0">
                <a:pos x="0" y="444"/>
              </a:cxn>
            </a:cxnLst>
            <a:rect l="0" t="0" r="r" b="b"/>
            <a:pathLst>
              <a:path w="11520" h="1536">
                <a:moveTo>
                  <a:pt x="0" y="0"/>
                </a:moveTo>
                <a:lnTo>
                  <a:pt x="11520" y="0"/>
                </a:lnTo>
                <a:lnTo>
                  <a:pt x="11520" y="1536"/>
                </a:lnTo>
                <a:lnTo>
                  <a:pt x="11520" y="1536"/>
                </a:lnTo>
                <a:lnTo>
                  <a:pt x="11489" y="1521"/>
                </a:lnTo>
                <a:lnTo>
                  <a:pt x="11396" y="1478"/>
                </a:lnTo>
                <a:lnTo>
                  <a:pt x="11325" y="1446"/>
                </a:lnTo>
                <a:lnTo>
                  <a:pt x="11240" y="1410"/>
                </a:lnTo>
                <a:lnTo>
                  <a:pt x="11139" y="1368"/>
                </a:lnTo>
                <a:lnTo>
                  <a:pt x="11022" y="1323"/>
                </a:lnTo>
                <a:lnTo>
                  <a:pt x="10890" y="1272"/>
                </a:lnTo>
                <a:lnTo>
                  <a:pt x="10743" y="1220"/>
                </a:lnTo>
                <a:lnTo>
                  <a:pt x="10581" y="1163"/>
                </a:lnTo>
                <a:lnTo>
                  <a:pt x="10403" y="1104"/>
                </a:lnTo>
                <a:lnTo>
                  <a:pt x="10211" y="1043"/>
                </a:lnTo>
                <a:lnTo>
                  <a:pt x="10002" y="980"/>
                </a:lnTo>
                <a:lnTo>
                  <a:pt x="9779" y="917"/>
                </a:lnTo>
                <a:lnTo>
                  <a:pt x="9662" y="886"/>
                </a:lnTo>
                <a:lnTo>
                  <a:pt x="9540" y="853"/>
                </a:lnTo>
                <a:lnTo>
                  <a:pt x="9416" y="821"/>
                </a:lnTo>
                <a:lnTo>
                  <a:pt x="9287" y="790"/>
                </a:lnTo>
                <a:lnTo>
                  <a:pt x="9155" y="758"/>
                </a:lnTo>
                <a:lnTo>
                  <a:pt x="9018" y="727"/>
                </a:lnTo>
                <a:lnTo>
                  <a:pt x="8879" y="695"/>
                </a:lnTo>
                <a:lnTo>
                  <a:pt x="8735" y="664"/>
                </a:lnTo>
                <a:lnTo>
                  <a:pt x="8586" y="632"/>
                </a:lnTo>
                <a:lnTo>
                  <a:pt x="8436" y="602"/>
                </a:lnTo>
                <a:lnTo>
                  <a:pt x="8280" y="572"/>
                </a:lnTo>
                <a:lnTo>
                  <a:pt x="8123" y="544"/>
                </a:lnTo>
                <a:lnTo>
                  <a:pt x="7959" y="515"/>
                </a:lnTo>
                <a:lnTo>
                  <a:pt x="7794" y="487"/>
                </a:lnTo>
                <a:lnTo>
                  <a:pt x="7623" y="460"/>
                </a:lnTo>
                <a:lnTo>
                  <a:pt x="7451" y="435"/>
                </a:lnTo>
                <a:lnTo>
                  <a:pt x="7274" y="409"/>
                </a:lnTo>
                <a:lnTo>
                  <a:pt x="7092" y="384"/>
                </a:lnTo>
                <a:lnTo>
                  <a:pt x="6908" y="361"/>
                </a:lnTo>
                <a:lnTo>
                  <a:pt x="6719" y="339"/>
                </a:lnTo>
                <a:lnTo>
                  <a:pt x="6527" y="318"/>
                </a:lnTo>
                <a:lnTo>
                  <a:pt x="6332" y="297"/>
                </a:lnTo>
                <a:lnTo>
                  <a:pt x="6132" y="279"/>
                </a:lnTo>
                <a:lnTo>
                  <a:pt x="5930" y="261"/>
                </a:lnTo>
                <a:lnTo>
                  <a:pt x="5723" y="244"/>
                </a:lnTo>
                <a:lnTo>
                  <a:pt x="5513" y="229"/>
                </a:lnTo>
                <a:lnTo>
                  <a:pt x="5298" y="216"/>
                </a:lnTo>
                <a:lnTo>
                  <a:pt x="5081" y="205"/>
                </a:lnTo>
                <a:lnTo>
                  <a:pt x="4859" y="195"/>
                </a:lnTo>
                <a:lnTo>
                  <a:pt x="4634" y="186"/>
                </a:lnTo>
                <a:lnTo>
                  <a:pt x="4406" y="180"/>
                </a:lnTo>
                <a:lnTo>
                  <a:pt x="4173" y="175"/>
                </a:lnTo>
                <a:lnTo>
                  <a:pt x="3938" y="172"/>
                </a:lnTo>
                <a:lnTo>
                  <a:pt x="3698" y="171"/>
                </a:lnTo>
                <a:lnTo>
                  <a:pt x="3698" y="171"/>
                </a:lnTo>
                <a:lnTo>
                  <a:pt x="3471" y="172"/>
                </a:lnTo>
                <a:lnTo>
                  <a:pt x="3252" y="174"/>
                </a:lnTo>
                <a:lnTo>
                  <a:pt x="3041" y="178"/>
                </a:lnTo>
                <a:lnTo>
                  <a:pt x="2835" y="183"/>
                </a:lnTo>
                <a:lnTo>
                  <a:pt x="2637" y="189"/>
                </a:lnTo>
                <a:lnTo>
                  <a:pt x="2447" y="196"/>
                </a:lnTo>
                <a:lnTo>
                  <a:pt x="2264" y="204"/>
                </a:lnTo>
                <a:lnTo>
                  <a:pt x="2087" y="214"/>
                </a:lnTo>
                <a:lnTo>
                  <a:pt x="1917" y="223"/>
                </a:lnTo>
                <a:lnTo>
                  <a:pt x="1755" y="234"/>
                </a:lnTo>
                <a:lnTo>
                  <a:pt x="1599" y="246"/>
                </a:lnTo>
                <a:lnTo>
                  <a:pt x="1452" y="258"/>
                </a:lnTo>
                <a:lnTo>
                  <a:pt x="1311" y="270"/>
                </a:lnTo>
                <a:lnTo>
                  <a:pt x="1176" y="282"/>
                </a:lnTo>
                <a:lnTo>
                  <a:pt x="930" y="307"/>
                </a:lnTo>
                <a:lnTo>
                  <a:pt x="713" y="333"/>
                </a:lnTo>
                <a:lnTo>
                  <a:pt x="525" y="358"/>
                </a:lnTo>
                <a:lnTo>
                  <a:pt x="365" y="381"/>
                </a:lnTo>
                <a:lnTo>
                  <a:pt x="234" y="402"/>
                </a:lnTo>
                <a:lnTo>
                  <a:pt x="132" y="418"/>
                </a:lnTo>
                <a:lnTo>
                  <a:pt x="59" y="432"/>
                </a:lnTo>
                <a:lnTo>
                  <a:pt x="0" y="444"/>
                </a:lnTo>
                <a:lnTo>
                  <a:pt x="0" y="0"/>
                </a:lnTo>
                <a:close/>
              </a:path>
            </a:pathLst>
          </a:custGeom>
          <a:solidFill>
            <a:srgbClr val="535A5D"/>
          </a:solidFill>
          <a:ln w="9525">
            <a:noFill/>
            <a:rou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29699" name="Freeform 6"/>
          <p:cNvSpPr/>
          <p:nvPr/>
        </p:nvSpPr>
        <p:spPr>
          <a:xfrm>
            <a:off x="0" y="0"/>
            <a:ext cx="12192000" cy="1219200"/>
          </a:xfrm>
          <a:custGeom>
            <a:avLst/>
            <a:gdLst/>
            <a:ahLst/>
            <a:cxnLst>
              <a:cxn ang="0">
                <a:pos x="9144000" y="0"/>
              </a:cxn>
              <a:cxn ang="0">
                <a:pos x="9119394" y="1207294"/>
              </a:cxn>
              <a:cxn ang="0">
                <a:pos x="8989219" y="1147763"/>
              </a:cxn>
              <a:cxn ang="0">
                <a:pos x="8841581" y="1085850"/>
              </a:cxn>
              <a:cxn ang="0">
                <a:pos x="8643938" y="1009650"/>
              </a:cxn>
              <a:cxn ang="0">
                <a:pos x="8398669" y="923131"/>
              </a:cxn>
              <a:cxn ang="0">
                <a:pos x="8104981" y="827881"/>
              </a:cxn>
              <a:cxn ang="0">
                <a:pos x="7762081" y="727869"/>
              </a:cxn>
              <a:cxn ang="0">
                <a:pos x="7572375" y="677069"/>
              </a:cxn>
              <a:cxn ang="0">
                <a:pos x="7371556" y="627063"/>
              </a:cxn>
              <a:cxn ang="0">
                <a:pos x="7158038" y="577056"/>
              </a:cxn>
              <a:cxn ang="0">
                <a:pos x="6933406" y="527050"/>
              </a:cxn>
              <a:cxn ang="0">
                <a:pos x="6696075" y="477838"/>
              </a:cxn>
              <a:cxn ang="0">
                <a:pos x="6447631" y="431800"/>
              </a:cxn>
              <a:cxn ang="0">
                <a:pos x="6186488" y="386556"/>
              </a:cxn>
              <a:cxn ang="0">
                <a:pos x="5914231" y="345281"/>
              </a:cxn>
              <a:cxn ang="0">
                <a:pos x="5629275" y="304800"/>
              </a:cxn>
              <a:cxn ang="0">
                <a:pos x="5333206" y="269081"/>
              </a:cxn>
              <a:cxn ang="0">
                <a:pos x="5026025" y="235744"/>
              </a:cxn>
              <a:cxn ang="0">
                <a:pos x="4706938" y="207169"/>
              </a:cxn>
              <a:cxn ang="0">
                <a:pos x="4375944" y="181769"/>
              </a:cxn>
              <a:cxn ang="0">
                <a:pos x="4033044" y="162719"/>
              </a:cxn>
              <a:cxn ang="0">
                <a:pos x="3678238" y="147638"/>
              </a:cxn>
              <a:cxn ang="0">
                <a:pos x="3312319" y="138906"/>
              </a:cxn>
              <a:cxn ang="0">
                <a:pos x="2935288" y="135731"/>
              </a:cxn>
              <a:cxn ang="0">
                <a:pos x="2581275" y="138113"/>
              </a:cxn>
              <a:cxn ang="0">
                <a:pos x="2250281" y="145256"/>
              </a:cxn>
              <a:cxn ang="0">
                <a:pos x="1942306" y="155575"/>
              </a:cxn>
              <a:cxn ang="0">
                <a:pos x="1656556" y="169863"/>
              </a:cxn>
              <a:cxn ang="0">
                <a:pos x="1393031" y="185738"/>
              </a:cxn>
              <a:cxn ang="0">
                <a:pos x="1152525" y="204788"/>
              </a:cxn>
              <a:cxn ang="0">
                <a:pos x="933450" y="223838"/>
              </a:cxn>
              <a:cxn ang="0">
                <a:pos x="565944" y="264319"/>
              </a:cxn>
              <a:cxn ang="0">
                <a:pos x="289719" y="302419"/>
              </a:cxn>
              <a:cxn ang="0">
                <a:pos x="104775" y="331788"/>
              </a:cxn>
              <a:cxn ang="0">
                <a:pos x="0" y="352425"/>
              </a:cxn>
            </a:cxnLst>
            <a:rect l="0" t="0" r="0" b="0"/>
            <a:pathLst>
              <a:path w="11520" h="1536">
                <a:moveTo>
                  <a:pt x="0" y="0"/>
                </a:moveTo>
                <a:lnTo>
                  <a:pt x="11520" y="0"/>
                </a:lnTo>
                <a:lnTo>
                  <a:pt x="11520" y="1536"/>
                </a:lnTo>
                <a:lnTo>
                  <a:pt x="11489" y="1521"/>
                </a:lnTo>
                <a:lnTo>
                  <a:pt x="11396" y="1478"/>
                </a:lnTo>
                <a:lnTo>
                  <a:pt x="11325" y="1446"/>
                </a:lnTo>
                <a:lnTo>
                  <a:pt x="11240" y="1410"/>
                </a:lnTo>
                <a:lnTo>
                  <a:pt x="11139" y="1368"/>
                </a:lnTo>
                <a:lnTo>
                  <a:pt x="11022" y="1323"/>
                </a:lnTo>
                <a:lnTo>
                  <a:pt x="10890" y="1272"/>
                </a:lnTo>
                <a:lnTo>
                  <a:pt x="10743" y="1220"/>
                </a:lnTo>
                <a:lnTo>
                  <a:pt x="10581" y="1163"/>
                </a:lnTo>
                <a:lnTo>
                  <a:pt x="10403" y="1104"/>
                </a:lnTo>
                <a:lnTo>
                  <a:pt x="10211" y="1043"/>
                </a:lnTo>
                <a:lnTo>
                  <a:pt x="10002" y="980"/>
                </a:lnTo>
                <a:lnTo>
                  <a:pt x="9779" y="917"/>
                </a:lnTo>
                <a:lnTo>
                  <a:pt x="9662" y="886"/>
                </a:lnTo>
                <a:lnTo>
                  <a:pt x="9540" y="853"/>
                </a:lnTo>
                <a:lnTo>
                  <a:pt x="9416" y="821"/>
                </a:lnTo>
                <a:lnTo>
                  <a:pt x="9287" y="790"/>
                </a:lnTo>
                <a:lnTo>
                  <a:pt x="9155" y="758"/>
                </a:lnTo>
                <a:lnTo>
                  <a:pt x="9018" y="727"/>
                </a:lnTo>
                <a:lnTo>
                  <a:pt x="8879" y="695"/>
                </a:lnTo>
                <a:lnTo>
                  <a:pt x="8735" y="664"/>
                </a:lnTo>
                <a:lnTo>
                  <a:pt x="8586" y="632"/>
                </a:lnTo>
                <a:lnTo>
                  <a:pt x="8436" y="602"/>
                </a:lnTo>
                <a:lnTo>
                  <a:pt x="8280" y="572"/>
                </a:lnTo>
                <a:lnTo>
                  <a:pt x="8123" y="544"/>
                </a:lnTo>
                <a:lnTo>
                  <a:pt x="7959" y="515"/>
                </a:lnTo>
                <a:lnTo>
                  <a:pt x="7794" y="487"/>
                </a:lnTo>
                <a:lnTo>
                  <a:pt x="7623" y="460"/>
                </a:lnTo>
                <a:lnTo>
                  <a:pt x="7451" y="435"/>
                </a:lnTo>
                <a:lnTo>
                  <a:pt x="7274" y="409"/>
                </a:lnTo>
                <a:lnTo>
                  <a:pt x="7092" y="384"/>
                </a:lnTo>
                <a:lnTo>
                  <a:pt x="6908" y="361"/>
                </a:lnTo>
                <a:lnTo>
                  <a:pt x="6719" y="339"/>
                </a:lnTo>
                <a:lnTo>
                  <a:pt x="6527" y="318"/>
                </a:lnTo>
                <a:lnTo>
                  <a:pt x="6332" y="297"/>
                </a:lnTo>
                <a:lnTo>
                  <a:pt x="6132" y="279"/>
                </a:lnTo>
                <a:lnTo>
                  <a:pt x="5930" y="261"/>
                </a:lnTo>
                <a:lnTo>
                  <a:pt x="5723" y="244"/>
                </a:lnTo>
                <a:lnTo>
                  <a:pt x="5513" y="229"/>
                </a:lnTo>
                <a:lnTo>
                  <a:pt x="5298" y="216"/>
                </a:lnTo>
                <a:lnTo>
                  <a:pt x="5081" y="205"/>
                </a:lnTo>
                <a:lnTo>
                  <a:pt x="4859" y="195"/>
                </a:lnTo>
                <a:lnTo>
                  <a:pt x="4634" y="186"/>
                </a:lnTo>
                <a:lnTo>
                  <a:pt x="4406" y="180"/>
                </a:lnTo>
                <a:lnTo>
                  <a:pt x="4173" y="175"/>
                </a:lnTo>
                <a:lnTo>
                  <a:pt x="3938" y="172"/>
                </a:lnTo>
                <a:lnTo>
                  <a:pt x="3698" y="171"/>
                </a:lnTo>
                <a:lnTo>
                  <a:pt x="3471" y="172"/>
                </a:lnTo>
                <a:lnTo>
                  <a:pt x="3252" y="174"/>
                </a:lnTo>
                <a:lnTo>
                  <a:pt x="3041" y="178"/>
                </a:lnTo>
                <a:lnTo>
                  <a:pt x="2835" y="183"/>
                </a:lnTo>
                <a:lnTo>
                  <a:pt x="2637" y="189"/>
                </a:lnTo>
                <a:lnTo>
                  <a:pt x="2447" y="196"/>
                </a:lnTo>
                <a:lnTo>
                  <a:pt x="2264" y="204"/>
                </a:lnTo>
                <a:lnTo>
                  <a:pt x="2087" y="214"/>
                </a:lnTo>
                <a:lnTo>
                  <a:pt x="1917" y="223"/>
                </a:lnTo>
                <a:lnTo>
                  <a:pt x="1755" y="234"/>
                </a:lnTo>
                <a:lnTo>
                  <a:pt x="1599" y="246"/>
                </a:lnTo>
                <a:lnTo>
                  <a:pt x="1452" y="258"/>
                </a:lnTo>
                <a:lnTo>
                  <a:pt x="1311" y="270"/>
                </a:lnTo>
                <a:lnTo>
                  <a:pt x="1176" y="282"/>
                </a:lnTo>
                <a:lnTo>
                  <a:pt x="930" y="307"/>
                </a:lnTo>
                <a:lnTo>
                  <a:pt x="713" y="333"/>
                </a:lnTo>
                <a:lnTo>
                  <a:pt x="525" y="358"/>
                </a:lnTo>
                <a:lnTo>
                  <a:pt x="365" y="381"/>
                </a:lnTo>
                <a:lnTo>
                  <a:pt x="234" y="402"/>
                </a:lnTo>
                <a:lnTo>
                  <a:pt x="132" y="418"/>
                </a:lnTo>
                <a:lnTo>
                  <a:pt x="59" y="432"/>
                </a:lnTo>
                <a:lnTo>
                  <a:pt x="0" y="444"/>
                </a:lnTo>
                <a:lnTo>
                  <a:pt x="0" y="0"/>
                </a:lnTo>
                <a:close/>
              </a:path>
            </a:pathLst>
          </a:custGeom>
          <a:solidFill>
            <a:srgbClr val="63154E"/>
          </a:solidFill>
          <a:ln w="9525">
            <a:noFill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9700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2300" y="2092326"/>
            <a:ext cx="6028267" cy="701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46433" y="4472905"/>
            <a:ext cx="9748303" cy="1021895"/>
          </a:xfrm>
          <a:prstGeom prst="rect">
            <a:avLst/>
          </a:prstGeom>
          <a:ln w="9525">
            <a:noFill/>
            <a:miter/>
          </a:ln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2200" b="0" i="0" cap="none" baseline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en-US" strike="noStrike" noProof="1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46433" y="3758753"/>
            <a:ext cx="9748303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>
            <a:lvl1pPr marL="0" algn="l">
              <a:spcBef>
                <a:spcPts val="0"/>
              </a:spcBef>
              <a:defRPr sz="2800" b="1" cap="none">
                <a:solidFill>
                  <a:schemeClr val="tx1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421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FontTx/>
              <a:buNone/>
              <a:defRPr sz="1400" b="0" noProof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21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 noProof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21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400" b="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9A0DB2DC-4C9A-4742-B13C-FB6460FD350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31" name="图片 1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5251" y="71438"/>
            <a:ext cx="1439333" cy="1079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1556" y="2335576"/>
            <a:ext cx="2743200" cy="418640"/>
          </a:xfrm>
        </p:spPr>
        <p:txBody>
          <a:bodyPr/>
          <a:lstStyle/>
          <a:p>
            <a:r>
              <a:rPr lang="en-US" altLang="zh-CN" sz="900" dirty="0"/>
              <a:t>1</a:t>
            </a:r>
            <a:endParaRPr lang="zh-CN" altLang="en-US" sz="9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80" y="1546495"/>
            <a:ext cx="2246951" cy="33725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23444" y="1169314"/>
            <a:ext cx="7936047" cy="5375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zh-CN" altLang="en-US" b="1">
                <a:solidFill>
                  <a:prstClr val="black"/>
                </a:solidFill>
                <a:latin typeface="+mn-ea"/>
              </a:rPr>
              <a:t>  主任医师  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硕士研究生导师</a:t>
            </a:r>
            <a:endParaRPr lang="en-US" altLang="zh-CN" b="1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zh-CN" altLang="en-US" b="1" noProof="1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消化内科二</a:t>
            </a:r>
            <a:r>
              <a:rPr lang="zh-CN" altLang="en-US" b="1" noProof="1">
                <a:solidFill>
                  <a:srgbClr val="000000"/>
                </a:solidFill>
                <a:latin typeface="+mn-ea"/>
              </a:rPr>
              <a:t>病区</a:t>
            </a:r>
            <a:r>
              <a:rPr lang="zh-CN" altLang="zh-CN" b="1" noProof="1">
                <a:solidFill>
                  <a:srgbClr val="000000"/>
                </a:solidFill>
                <a:latin typeface="+mn-ea"/>
              </a:rPr>
              <a:t>主任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山东省医师协会普外多学科综合治疗专委会   副主任委员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山东省康复医学会肿瘤康复分会             副主任委员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</a:t>
            </a:r>
            <a:r>
              <a:rPr lang="zh-CN" altLang="en-US" b="1" dirty="0">
                <a:solidFill>
                  <a:prstClr val="black"/>
                </a:solidFill>
                <a:latin typeface="+mn-ea"/>
              </a:rPr>
              <a:t>山东省医学会肿瘤学分会胃肠肿瘤学组       副组长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zh-CN" altLang="en-US" b="1" dirty="0">
                <a:solidFill>
                  <a:prstClr val="black"/>
                </a:solidFill>
                <a:latin typeface="+mn-ea"/>
              </a:rPr>
              <a:t>  山东省抗癌协会癌症康复分会青委会         副主任委员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</a:t>
            </a:r>
            <a:r>
              <a:rPr lang="zh-CN" altLang="zh-CN" b="1" dirty="0">
                <a:solidFill>
                  <a:prstClr val="black"/>
                </a:solidFill>
                <a:latin typeface="+mn-ea"/>
              </a:rPr>
              <a:t>山东省药学会抗肿瘤药物专业委员会  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     </a:t>
            </a:r>
            <a:r>
              <a:rPr lang="zh-CN" altLang="zh-CN" b="1" dirty="0">
                <a:solidFill>
                  <a:prstClr val="black"/>
                </a:solidFill>
                <a:latin typeface="+mn-ea"/>
              </a:rPr>
              <a:t>常委</a:t>
            </a:r>
            <a:endParaRPr lang="zh-CN" altLang="en-US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zh-CN" altLang="en-US" b="1" dirty="0">
                <a:solidFill>
                  <a:prstClr val="black"/>
                </a:solidFill>
                <a:latin typeface="+mn-ea"/>
              </a:rPr>
              <a:t>  山东省医师协会肿瘤化疗医师分会           常委</a:t>
            </a:r>
            <a:endParaRPr lang="en-US" altLang="zh-CN" sz="2000" b="1" dirty="0">
              <a:solidFill>
                <a:prstClr val="black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zh-CN" altLang="en-US" b="1" dirty="0">
                <a:solidFill>
                  <a:prstClr val="black"/>
                </a:solidFill>
                <a:latin typeface="+mn-ea"/>
              </a:rPr>
              <a:t>  主持国家自然科学基金、山东省自然科学基金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zh-CN" altLang="zh-CN" sz="2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3F7B12-E4CC-B85F-0DD3-E1451DFDC4CC}"/>
              </a:ext>
            </a:extLst>
          </p:cNvPr>
          <p:cNvSpPr txBox="1"/>
          <p:nvPr/>
        </p:nvSpPr>
        <p:spPr>
          <a:xfrm>
            <a:off x="1552789" y="5308939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+mn-ea"/>
              </a:rPr>
              <a:t>时圣彬</a:t>
            </a:r>
            <a:endParaRPr lang="zh-CN" altLang="en-US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52FA2A-9184-F997-3B07-02B3ABABC1A1}"/>
              </a:ext>
            </a:extLst>
          </p:cNvPr>
          <p:cNvSpPr txBox="1"/>
          <p:nvPr/>
        </p:nvSpPr>
        <p:spPr>
          <a:xfrm>
            <a:off x="637711" y="5883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山东第一医科大学附属肿瘤医院</a:t>
            </a:r>
            <a:r>
              <a:rPr lang="zh-CN" altLang="en-US" b="1" noProof="1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FlMjY5M2RkNjkwMDVhZjA3ZGMzNjBiNjcwN2JjYzMifQ=="/>
</p:tagLst>
</file>

<file path=ppt/theme/theme1.xml><?xml version="1.0" encoding="utf-8"?>
<a:theme xmlns:a="http://schemas.openxmlformats.org/drawingml/2006/main" name="3_默认设计模板">
  <a:themeElements>
    <a:clrScheme name="3_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Century Gothic" panose="020B0502020202020204" pitchFamily="34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Century Gothic" panose="020B0502020202020204" pitchFamily="34" charset="0"/>
            <a:ea typeface="仿宋_GB2312" pitchFamily="49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93</Words>
  <Application>Microsoft Office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3_默认设计模板</vt:lpstr>
      <vt:lpstr>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Lei</dc:creator>
  <cp:lastModifiedBy>sbshi@sdfmu.edu.cn</cp:lastModifiedBy>
  <cp:revision>54</cp:revision>
  <dcterms:created xsi:type="dcterms:W3CDTF">2019-10-16T13:56:00Z</dcterms:created>
  <dcterms:modified xsi:type="dcterms:W3CDTF">2026-05-25T03:18:23Z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2052-11.1.0.11830</vt:lpwstr>
  </property>
  <property fmtid="{D5CDD505-2E9C-101B-9397-08002B2CF9AE}" pid="3" name="ICV">
    <vt:lpwstr>E788FDE9A6BF433B8FADC0BB6A81E881</vt:lpwstr>
  </property>
</Properties>
</file>