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4995" autoAdjust="0"/>
    <p:restoredTop sz="94660"/>
  </p:normalViewPr>
  <p:slideViewPr>
    <p:cSldViewPr showGuides="1" snapToGrid="0">
      <p:cViewPr varScale="1">
        <p:scale>
          <a:sx n="61" d="100"/>
          <a:sy n="61" d="100"/>
        </p:scale>
        <p:origin x="8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ableStyles" Target="tableStyle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64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3006A885-7317-4B16-B9AD-DFF70C02100C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4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64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4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64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4563EB3B-FAC4-4F35-B249-30F9DA2C7B50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幻灯片图像占位符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58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88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altLang="en-US" lang="zh-CN"/>
          </a:p>
        </p:txBody>
      </p:sp>
      <p:sp>
        <p:nvSpPr>
          <p:cNvPr id="10485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0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18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1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2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2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2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2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3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3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3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3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9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3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3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0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0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</p:txBody>
      </p:sp>
      <p:sp>
        <p:nvSpPr>
          <p:cNvPr id="104860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61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6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9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59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二级</a:t>
            </a:r>
            <a:endParaRPr altLang="en-US" lang="zh-CN"/>
          </a:p>
          <a:p>
            <a:pPr lvl="2"/>
            <a:r>
              <a:rPr altLang="en-US" lang="zh-CN"/>
              <a:t>三级</a:t>
            </a:r>
            <a:endParaRPr altLang="en-US" lang="zh-CN"/>
          </a:p>
          <a:p>
            <a:pPr lvl="3"/>
            <a:r>
              <a:rPr altLang="en-US" lang="zh-CN"/>
              <a:t>四级</a:t>
            </a:r>
            <a:endParaRPr altLang="en-US" lang="zh-CN"/>
          </a:p>
          <a:p>
            <a:pPr lvl="4"/>
            <a:r>
              <a:rPr altLang="en-US" lang="zh-CN"/>
              <a:t>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F581-07B0-4C2A-84A2-68DF7E890D4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CC9D6-BF4B-490E-B45A-A1329F942705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文本框 7"/>
          <p:cNvSpPr txBox="1"/>
          <p:nvPr/>
        </p:nvSpPr>
        <p:spPr>
          <a:xfrm>
            <a:off x="4642485" y="389890"/>
            <a:ext cx="7266305" cy="6307455"/>
          </a:xfrm>
          <a:prstGeom prst="rect"/>
          <a:noFill/>
        </p:spPr>
        <p:txBody>
          <a:bodyPr rtlCol="0" wrap="square">
            <a:noAutofit/>
          </a:bodyPr>
          <a:p>
            <a:pPr>
              <a:lnSpc>
                <a:spcPct val="115000"/>
              </a:lnSpc>
            </a:pPr>
            <a:r>
              <a:rPr altLang="en-US" b="1" dirty="0" sz="24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宁方玲</a:t>
            </a: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          硕士生导师</a:t>
            </a:r>
            <a:endParaRPr altLang="en-US" dirty="0" sz="2000" lang="zh-CN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en-US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山东医药大学</a:t>
            </a: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附属医院肿瘤科主任医师</a:t>
            </a:r>
            <a:endParaRPr altLang="en-US" b="1" dirty="0" sz="2000" lang="zh-CN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</a:t>
            </a: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医师</a:t>
            </a: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协会肿瘤放疗医师</a:t>
            </a: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分会副主任委员</a:t>
            </a:r>
            <a:endParaRPr altLang="en-US" b="1" dirty="0" sz="2000" lang="zh-CN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山东省医师协会肿瘤精准医疗医师分会副</a:t>
            </a: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主任委员</a:t>
            </a:r>
            <a:endParaRPr altLang="zh-CN" b="1" dirty="0" sz="2000" lang="en-US" smtClean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山东省抗癌协会肿瘤免疫与免疫治疗学分会副主任委员</a:t>
            </a:r>
            <a:endParaRPr altLang="zh-CN" b="1" dirty="0" sz="2000" lang="en-US" smtClean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山东省抗癌协会癌症康复分会副主任委员</a:t>
            </a:r>
            <a:endParaRPr altLang="zh-CN" b="1" dirty="0" sz="2000" lang="en-US" smtClean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山东省临床肿瘤学会患者教育专家委员会副主任委员</a:t>
            </a:r>
            <a:endParaRPr altLang="zh-CN" b="1" dirty="0" sz="2000" lang="en-US" smtClean="0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山东省抗癌协会小细胞肺癌分会副主委</a:t>
            </a:r>
            <a:endParaRPr altLang="en-US" b="1" dirty="0" sz="2000" lang="zh-CN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滨</a:t>
            </a:r>
            <a:r>
              <a:rPr altLang="en-US" b="1" dirty="0" sz="2000" lang="zh-CN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州市医学会肿瘤放射治疗专业</a:t>
            </a:r>
            <a:r>
              <a:rPr altLang="en-US" b="1" dirty="0" sz="2000" lang="zh-CN" smtClean="0"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委员会主任委员</a:t>
            </a:r>
            <a:endParaRPr altLang="zh-CN" b="1" dirty="0" sz="2000" lang="en-US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  <a:p>
            <a:pPr algn="just" indent="0">
              <a:lnSpc>
                <a:spcPct val="155000"/>
              </a:lnSpc>
              <a:buNone/>
            </a:pPr>
            <a:endParaRPr altLang="en-US" b="1" dirty="0" sz="2400" lang="zh-CN"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pic>
        <p:nvPicPr>
          <p:cNvPr id="2097152" name="图片 8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177159" y="636171"/>
            <a:ext cx="3069919" cy="4156546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演示文稿</dc:title>
  <dc:creator>磊 焦</dc:creator>
  <cp:lastModifiedBy>Administrator</cp:lastModifiedBy>
  <dcterms:created xsi:type="dcterms:W3CDTF">2020-03-18T02:05:00Z</dcterms:created>
  <dcterms:modified xsi:type="dcterms:W3CDTF">2026-07-06T10:55:11Z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c1959176394d48b9a119df3ba67f0521_23</vt:lpwstr>
  </property>
</Properties>
</file>