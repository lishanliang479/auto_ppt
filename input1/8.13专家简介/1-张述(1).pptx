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5687"/>
    <a:srgbClr val="1A94D3"/>
    <a:srgbClr val="1485C1"/>
    <a:srgbClr val="004D7E"/>
    <a:srgbClr val="0970A6"/>
    <a:srgbClr val="1285C0"/>
    <a:srgbClr val="33759C"/>
    <a:srgbClr val="F18D00"/>
    <a:srgbClr val="1F4E56"/>
    <a:srgbClr val="336D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49"/>
  </p:normalViewPr>
  <p:slideViewPr>
    <p:cSldViewPr showGuides="1">
      <p:cViewPr varScale="1">
        <p:scale>
          <a:sx n="116" d="100"/>
          <a:sy n="116" d="100"/>
        </p:scale>
        <p:origin x="984" y="184"/>
      </p:cViewPr>
      <p:guideLst>
        <p:guide orient="horz" pos="157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47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48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49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4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4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zh-CN" altLang="en-US"/>
          </a:p>
        </p:txBody>
      </p:sp>
      <p:sp>
        <p:nvSpPr>
          <p:cNvPr id="104864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4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4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8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58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97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9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1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1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18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19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20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1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24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25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2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27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2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9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5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36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3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02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603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0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08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0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2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文本框 7"/>
          <p:cNvSpPr txBox="1"/>
          <p:nvPr/>
        </p:nvSpPr>
        <p:spPr>
          <a:xfrm>
            <a:off x="3275965" y="267335"/>
            <a:ext cx="4742815" cy="4658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张  述 </a:t>
            </a:r>
            <a:r>
              <a:rPr lang="zh-CN" altLang="zh-CN" sz="1400" b="1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zh-CN" sz="1800" b="1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教授</a:t>
            </a:r>
            <a:endParaRPr lang="zh-CN" altLang="zh-CN" sz="1400" b="1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山东第一医科大学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肿瘤医院</a:t>
            </a:r>
            <a:endParaRPr lang="zh-CN" altLang="zh-CN" sz="1400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主任医师 </a:t>
            </a:r>
            <a:r>
              <a:rPr lang="en-US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博士生导师</a:t>
            </a:r>
            <a:endParaRPr lang="zh-CN" altLang="zh-CN" sz="1400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中国临床肿瘤学会</a:t>
            </a:r>
            <a:r>
              <a:rPr lang="en-US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(CSCO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历任</a:t>
            </a:r>
            <a:r>
              <a:rPr lang="en-US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理事</a:t>
            </a:r>
            <a:endParaRPr lang="zh-CN" altLang="zh-CN" sz="1400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中国研究型医院学会精准医学与</a:t>
            </a:r>
            <a:r>
              <a:rPr lang="en-US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MDT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专委会常委</a:t>
            </a:r>
            <a:endParaRPr lang="zh-CN" altLang="zh-CN" sz="1400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中国临床肿瘤学会</a:t>
            </a:r>
            <a:r>
              <a:rPr lang="en-US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(CSCO)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食管癌</a:t>
            </a:r>
            <a:r>
              <a:rPr lang="zh-CN" altLang="en-US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专家委员会委员</a:t>
            </a:r>
            <a:endParaRPr lang="zh-CN" altLang="zh-CN" sz="1400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中国生物工程学会生物医药大数据专委会常委</a:t>
            </a:r>
            <a:endParaRPr lang="zh-CN" altLang="zh-CN" sz="1400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中国临床肿瘤学会</a:t>
            </a:r>
            <a:r>
              <a:rPr lang="en-US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(CSCO)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肿瘤营养</a:t>
            </a:r>
            <a:r>
              <a:rPr lang="zh-CN" altLang="en-US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专家委员会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委员</a:t>
            </a:r>
            <a:endParaRPr lang="zh-CN" altLang="zh-CN" sz="1400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中国肿瘤临床学会</a:t>
            </a:r>
            <a:r>
              <a:rPr lang="en-US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(CSCO)</a:t>
            </a:r>
            <a:r>
              <a:rPr lang="zh-CN" altLang="en-US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心脏病专家委员会委员</a:t>
            </a:r>
            <a:endParaRPr lang="zh-CN" altLang="en-US" sz="1400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中国抗癌协会肿瘤营养与支持治疗</a:t>
            </a:r>
            <a:r>
              <a:rPr lang="zh-CN" altLang="en-US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专家委员会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委员</a:t>
            </a:r>
            <a:endParaRPr lang="zh-CN" altLang="zh-CN" sz="1400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中国抗癌协会肿瘤靶向治疗</a:t>
            </a:r>
            <a:r>
              <a:rPr lang="zh-CN" altLang="en-US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专家委员会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委员</a:t>
            </a:r>
            <a:endParaRPr lang="zh-CN" altLang="zh-CN" sz="1400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中国老年学和老年医学学会肿瘤康复治疗分会委员</a:t>
            </a:r>
            <a:endParaRPr lang="zh-CN" altLang="zh-CN" sz="1400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山东省抗癌协会肿瘤靶向治疗分会首任主任</a:t>
            </a:r>
            <a:r>
              <a:rPr lang="zh-CN" altLang="zh-CN" sz="1400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委员</a:t>
            </a:r>
            <a:endParaRPr lang="zh-CN" altLang="zh-CN" sz="1400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09715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771525"/>
            <a:ext cx="1908175" cy="2816860"/>
          </a:xfrm>
          <a:prstGeom prst="roundRect">
            <a:avLst>
              <a:gd name="adj" fmla="val 572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" name="文本框 0"/>
          <p:cNvSpPr txBox="1"/>
          <p:nvPr/>
        </p:nvSpPr>
        <p:spPr>
          <a:xfrm>
            <a:off x="683895" y="3723640"/>
            <a:ext cx="2049145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zh-CN" sz="1300" b="1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张</a:t>
            </a:r>
            <a:r>
              <a:rPr lang="en-US" altLang="zh-CN" sz="1300" b="1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zh-CN" sz="1300" b="1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述教授</a:t>
            </a:r>
            <a:endParaRPr lang="zh-CN" altLang="zh-CN" sz="1300" b="1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1400" b="1" dirty="0">
                <a:solidFill>
                  <a:srgbClr val="1F4E5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山东省肿瘤医院</a:t>
            </a:r>
            <a:endParaRPr lang="zh-CN" altLang="zh-CN" sz="1400" b="1" dirty="0">
              <a:solidFill>
                <a:srgbClr val="1F4E5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6399000" advTm="3000"/>
    </mc:Choice>
    <mc:Fallback>
      <p:transition spd="slow" advTm="3000"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WPS 演示</Application>
  <PresentationFormat/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林</cp:lastModifiedBy>
  <cp:revision>1</cp:revision>
  <dcterms:created xsi:type="dcterms:W3CDTF">2025-12-02T03:06:46Z</dcterms:created>
  <dcterms:modified xsi:type="dcterms:W3CDTF">2025-12-02T03:06:46Z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AFF328232E7048DA83E0EB9A0412BC42_13</vt:lpwstr>
  </property>
  <property fmtid="{D5CDD505-2E9C-101B-9397-08002B2CF9AE}" pid="3" name="KSOProductBuildVer">
    <vt:lpwstr>2052-12.1.0.23542</vt:lpwstr>
  </property>
</Properties>
</file>