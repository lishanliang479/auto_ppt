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</p:sldIdLst>
  <p:sldSz cx="9144000" cy="6858000" type="screen4x3"/>
  <p:notesSz cx="6858000" cy="9144000"/>
  <p:custDataLst>
    <p:tags r:id="rId7"/>
  </p:custDataLst>
  <p:defaultTextStyle>
    <a:defPPr>
      <a:defRPr lang="zh-CN"/>
    </a:defPPr>
    <a:lvl1pPr marL="0" lvl="0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Objects="1" showGuides="1">
      <p:cViewPr varScale="1">
        <p:scale>
          <a:sx n="86" d="100"/>
          <a:sy n="86" d="100"/>
        </p:scale>
        <p:origin x="135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1400"/>
            </a:lvl1pPr>
          </a:lstStyle>
          <a:p>
            <a:pPr lvl="0" eaLnBrk="1" fontAlgn="base" hangingPunct="1"/>
            <a:endParaRPr lang="zh-CN" altLang="en-US" strike="noStrike" noProof="1"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defRPr sz="1400"/>
            </a:lvl1pPr>
          </a:lstStyle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0" fontAlgn="base" latinLnBrk="0" hangingPunct="0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419475" y="1052830"/>
            <a:ext cx="5812790" cy="4411980"/>
          </a:xfrm>
        </p:spPr>
        <p:txBody>
          <a:bodyPr/>
          <a:lstStyle/>
          <a:p>
            <a:pPr marL="274320" lvl="0" indent="-274320" rt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8A">
                  <a:lumMod val="75000"/>
                </a:srgbClr>
              </a:buClr>
              <a:buNone/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Aharoni" panose="02010803020104030203" pitchFamily="2" charset="-79"/>
              </a:rPr>
              <a:t>杨金霞   教授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Aharoni" panose="02010803020104030203" pitchFamily="2" charset="-79"/>
            </a:endParaRPr>
          </a:p>
          <a:p>
            <a:pPr marL="274320" lvl="0" indent="-274320" rt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8A">
                  <a:lumMod val="75000"/>
                </a:srgbClr>
              </a:buClr>
              <a:buNone/>
              <a:defRPr/>
            </a:pPr>
            <a:endParaRPr lang="zh-CN" altLang="zh-CN" sz="1400" b="1" noProof="1">
              <a:latin typeface="微软雅黑" panose="020B0503020204020204" pitchFamily="34" charset="-122"/>
              <a:ea typeface="微软雅黑" panose="020B0503020204020204" pitchFamily="34" charset="-122"/>
              <a:cs typeface="Aharoni" panose="02010803020104030203" pitchFamily="2" charset="-79"/>
              <a:sym typeface="+mn-ea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康复大学青岛中心医院</a:t>
            </a:r>
            <a:r>
              <a:rPr lang="en-US" altLang="zh-CN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放疗一科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</a:rPr>
              <a:t>硕士研究生</a:t>
            </a:r>
            <a:r>
              <a:rPr lang="en-US" altLang="zh-CN" sz="1600" dirty="0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</a:rPr>
              <a:t>主任医师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CSCO</a:t>
            </a: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肿瘤营养治疗专家委员会委员</a:t>
            </a:r>
            <a:endParaRPr lang="en-US" altLang="zh-CN" sz="1600" dirty="0"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</a:rPr>
              <a:t>《健康中国</a:t>
            </a:r>
            <a:r>
              <a:rPr lang="en-US" altLang="zh-CN" sz="1600" dirty="0">
                <a:latin typeface="Calibri" panose="020F0502020204030204"/>
                <a:ea typeface="宋体" panose="02010600030101010101" pitchFamily="2" charset="-122"/>
              </a:rPr>
              <a:t>2030</a:t>
            </a: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</a:rPr>
              <a:t>》肺癌规范化诊疗项目组专家顾问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《</a:t>
            </a: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中国医学前沿杂志</a:t>
            </a:r>
            <a:r>
              <a:rPr lang="en-US" altLang="zh-CN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》</a:t>
            </a: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编辑委员会编委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</a:rPr>
              <a:t>山东省抗癌协会姑息止痛治疗委员会委员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</a:rPr>
              <a:t>山东省抗癌协会生物治疗委员会委员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</a:rPr>
              <a:t>山东省研究型医院立体定向放射治疗委员会委员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山东省研究型医院协会精准肿瘤学分会副主任委员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山东省研究型医院协会精准肿瘤学分会肺肿瘤学组副组长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山东省研究型医院协会肿瘤分子靶向治疗委员会常委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青岛市抗癌协会放射治疗委员会委员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青岛市抗癌协会微创治疗委员会委员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latin typeface="Calibri" panose="020F0502020204030204"/>
                <a:ea typeface="宋体" panose="02010600030101010101" pitchFamily="2" charset="-122"/>
                <a:sym typeface="+mn-ea"/>
              </a:rPr>
              <a:t>青岛市抗癌协会癌症康复与姑息治疗专业委员会常委</a:t>
            </a:r>
            <a:endParaRPr lang="zh-CN" altLang="en-US" sz="1600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0" lvl="0" indent="0" defTabSz="456565" rtl="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dirty="0">
              <a:latin typeface="Calibri" panose="020F0502020204030204"/>
              <a:ea typeface="宋体" panose="02010600030101010101" pitchFamily="2" charset="-122"/>
            </a:endParaRPr>
          </a:p>
          <a:p>
            <a:endParaRPr lang="zh-CN" altLang="en-US" sz="1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355725"/>
            <a:ext cx="2732405" cy="415226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a8cd3e5b-036a-4ae2-913f-98d661f98a20"/>
  <p:tag name="COMMONDATA" val="eyJoZGlkIjoiZmQxZGNmMzliZTVlYzM5ZmRiYTZiM2EzNzY3Nzg3ZDgifQ=="/>
</p:tagLst>
</file>

<file path=ppt/theme/theme1.xml><?xml version="1.0" encoding="utf-8"?>
<a:theme xmlns:a="http://schemas.openxmlformats.org/drawingml/2006/main" name="7_医院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WPS 演示</Application>
  <PresentationFormat>全屏显示(4:3)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Aharoni</vt:lpstr>
      <vt:lpstr>Yu Gothic UI Semibold</vt:lpstr>
      <vt:lpstr>Calibri</vt:lpstr>
      <vt:lpstr>Arial Unicode MS</vt:lpstr>
      <vt:lpstr>Garamond</vt:lpstr>
      <vt:lpstr>7_医院模板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芋酱</dc:creator>
  <cp:lastModifiedBy>很大</cp:lastModifiedBy>
  <cp:revision>85</cp:revision>
  <dcterms:created xsi:type="dcterms:W3CDTF">2013-01-25T01:44:00Z</dcterms:created>
  <dcterms:modified xsi:type="dcterms:W3CDTF">2025-10-09T16:14:25Z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4080BD00EFDF4315BA87976BAD695AF8</vt:lpwstr>
  </property>
</Properties>
</file>