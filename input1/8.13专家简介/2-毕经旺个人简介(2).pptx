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5" r:id="rId3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29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W B" initials="J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howGuides="1">
      <p:cViewPr varScale="1">
        <p:scale>
          <a:sx n="64" d="100"/>
          <a:sy n="64" d="100"/>
        </p:scale>
        <p:origin x="-1056" y="-108"/>
      </p:cViewPr>
      <p:guideLst>
        <p:guide orient="horz" pos="2150"/>
        <p:guide pos="29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2.xml"/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64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4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罕见肿瘤专业委员会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82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759E-0DF2-4F43-8428-5E5BBC6EC6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818A5-B729-499D-A658-D4F43592F0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9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59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759E-0DF2-4F43-8428-5E5BBC6EC6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0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818A5-B729-499D-A658-D4F43592F0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1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1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759E-0DF2-4F43-8428-5E5BBC6EC6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1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818A5-B729-499D-A658-D4F43592F0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18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19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20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759E-0DF2-4F43-8428-5E5BBC6EC6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21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2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818A5-B729-499D-A658-D4F43592F0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24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25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2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27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2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759E-0DF2-4F43-8428-5E5BBC6EC6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2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3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818A5-B729-499D-A658-D4F43592F0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8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759E-0DF2-4F43-8428-5E5BBC6EC6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818A5-B729-499D-A658-D4F43592F0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759E-0DF2-4F43-8428-5E5BBC6EC6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3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3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818A5-B729-499D-A658-D4F43592F0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35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36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3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759E-0DF2-4F43-8428-5E5BBC6EC6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3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3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818A5-B729-499D-A658-D4F43592F0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02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603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0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759E-0DF2-4F43-8428-5E5BBC6EC6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0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0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818A5-B729-499D-A658-D4F43592F0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08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0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759E-0DF2-4F43-8428-5E5BBC6EC6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818A5-B729-499D-A658-D4F43592F0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92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59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759E-0DF2-4F43-8428-5E5BBC6EC6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818A5-B729-499D-A658-D4F43592F0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3759E-0DF2-4F43-8428-5E5BBC6EC6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818A5-B729-499D-A658-D4F43592F09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副标题 2"/>
          <p:cNvSpPr>
            <a:spLocks noGrp="1"/>
          </p:cNvSpPr>
          <p:nvPr>
            <p:ph type="subTitle" idx="1"/>
          </p:nvPr>
        </p:nvSpPr>
        <p:spPr>
          <a:xfrm>
            <a:off x="-89535" y="4509135"/>
            <a:ext cx="2640965" cy="571500"/>
          </a:xfrm>
        </p:spPr>
        <p:txBody>
          <a:bodyPr>
            <a:noAutofit/>
          </a:bodyPr>
          <a:lstStyle/>
          <a:p>
            <a:r>
              <a:rPr lang="zh-CN" altLang="en-US" sz="19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毕经旺  教授</a:t>
            </a:r>
            <a:endParaRPr lang="zh-CN" altLang="en-US" sz="19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900" dirty="0" err="1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山东省第二人民医院</a:t>
            </a:r>
            <a:endParaRPr lang="en-US" altLang="zh-CN" sz="19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9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194304" name="Table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483485" y="477520"/>
          <a:ext cx="6457315" cy="5962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1080"/>
                <a:gridCol w="1626235"/>
              </a:tblGrid>
              <a:tr h="433070">
                <a:tc>
                  <a:txBody>
                    <a:bodyPr/>
                    <a:p>
                      <a:pPr indent="0" fontAlgn="auto">
                        <a:lnSpc>
                          <a:spcPct val="12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主任医师 </a:t>
                      </a:r>
                      <a:r>
                        <a:rPr lang="zh-CN" sz="160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医学博士</a:t>
                      </a:r>
                      <a:r>
                        <a:rPr lang="x-none" sz="160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 </a:t>
                      </a:r>
                      <a:r>
                        <a:rPr lang="zh-CN" sz="160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硕士研究生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导师</a:t>
                      </a:r>
                      <a:endParaRPr lang="x-none" altLang="en-US" sz="1600" b="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25000"/>
                        </a:lnSpc>
                        <a:buNone/>
                      </a:pPr>
                      <a:endParaRPr lang="zh-CN" altLang="x-none" sz="1600" b="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1945">
                <a:tc>
                  <a:txBody>
                    <a:bodyPr/>
                    <a:p>
                      <a:pPr indent="0" fontAlgn="auto">
                        <a:lnSpc>
                          <a:spcPct val="12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dirty="0" err="1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山东省第二人民医院 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肿瘤科</a:t>
                      </a:r>
                      <a:endParaRPr lang="x-none" altLang="en-US" sz="1600" b="0" dirty="0" err="1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25000"/>
                        </a:lnSpc>
                        <a:buNone/>
                      </a:pPr>
                      <a:r>
                        <a:rPr lang="zh-CN" altLang="x-none" sz="1600" b="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主任</a:t>
                      </a:r>
                      <a:endParaRPr lang="zh-CN" altLang="x-none" sz="1600" b="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1945">
                <a:tc>
                  <a:txBody>
                    <a:bodyPr/>
                    <a:p>
                      <a:pPr indent="0" fontAlgn="auto">
                        <a:lnSpc>
                          <a:spcPct val="12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中国医药教育协会罕见病学专业委员会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25000"/>
                        </a:lnSpc>
                        <a:buNone/>
                      </a:pPr>
                      <a:r>
                        <a:rPr lang="zh-CN" altLang="x-none" sz="1600" b="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副主任委员</a:t>
                      </a:r>
                      <a:endParaRPr lang="zh-CN" altLang="x-none" sz="1600" b="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8935">
                <a:tc>
                  <a:txBody>
                    <a:bodyPr/>
                    <a:p>
                      <a:pPr indent="0" fontAlgn="auto">
                        <a:lnSpc>
                          <a:spcPct val="12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x-none" sz="1600" b="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中国临床肿瘤学会免疫治疗专家委员会</a:t>
                      </a:r>
                      <a:endParaRPr lang="zh-CN" altLang="x-none" sz="1600" b="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2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x-none" sz="1600" b="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委员</a:t>
                      </a:r>
                      <a:endParaRPr lang="zh-CN" altLang="x-none" sz="1600" b="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8935">
                <a:tc>
                  <a:txBody>
                    <a:bodyPr/>
                    <a:p>
                      <a:pPr indent="0" fontAlgn="auto">
                        <a:lnSpc>
                          <a:spcPct val="12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x-none" sz="16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山东省抗癌协会</a:t>
                      </a:r>
                      <a:endParaRPr lang="zh-CN" altLang="x-none" sz="1600" b="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2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x-none" sz="160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常务理事</a:t>
                      </a:r>
                      <a:endParaRPr lang="zh-CN" altLang="x-none" sz="1600" b="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indent="0" fontAlgn="auto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600" b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山东省抗癌协会癌症康复分会</a:t>
                      </a:r>
                      <a:endParaRPr lang="zh-CN" sz="1600" b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600" b="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主任委员</a:t>
                      </a:r>
                      <a:endParaRPr lang="zh-CN" sz="1600" b="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8295">
                <a:tc>
                  <a:txBody>
                    <a:bodyPr/>
                    <a:p>
                      <a:pPr indent="0" fontAlgn="auto">
                        <a:lnSpc>
                          <a:spcPct val="12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x-none" sz="1600" b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山东省健康管理协会癌症康复与姑息治疗分会</a:t>
                      </a:r>
                      <a:endParaRPr lang="zh-CN" altLang="x-none" sz="1600" b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2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x-none" sz="1600" b="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主任委员</a:t>
                      </a:r>
                      <a:endParaRPr lang="zh-CN" altLang="x-none" sz="1600" b="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8295">
                <a:tc>
                  <a:txBody>
                    <a:bodyPr/>
                    <a:p>
                      <a:pPr indent="0" fontAlgn="auto">
                        <a:lnSpc>
                          <a:spcPct val="12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x-none" sz="1600" b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山东省公共卫生学会肿瘤防治科普教育分会</a:t>
                      </a:r>
                      <a:endParaRPr lang="zh-CN" altLang="x-none" sz="1600" b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2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x-none" sz="1600" b="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主任委员</a:t>
                      </a:r>
                      <a:endParaRPr lang="zh-CN" altLang="x-none" sz="1600" b="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205">
                <a:tc>
                  <a:txBody>
                    <a:bodyPr/>
                    <a:p>
                      <a:pPr indent="0" fontAlgn="auto">
                        <a:lnSpc>
                          <a:spcPct val="12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x-none" sz="1600" b="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山东省中西医结合学会肿瘤专业委员会</a:t>
                      </a:r>
                      <a:endParaRPr lang="zh-CN" altLang="x-none" sz="1600" b="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2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x-none" sz="1600" b="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副主任委员</a:t>
                      </a:r>
                      <a:endParaRPr lang="zh-CN" altLang="x-none" sz="1600" b="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8935">
                <a:tc>
                  <a:txBody>
                    <a:bodyPr/>
                    <a:lstStyle/>
                    <a:p>
                      <a:pPr indent="0" fontAlgn="auto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600" b="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山东省抗癌协会生物治疗分会</a:t>
                      </a:r>
                      <a:endParaRPr lang="zh-CN" sz="1600" b="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600" b="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副主任委员</a:t>
                      </a:r>
                      <a:endParaRPr lang="zh-CN" sz="1600" b="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indent="0" fontAlgn="auto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600" b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山东省抗癌协会消化道肿瘤分会</a:t>
                      </a:r>
                      <a:endParaRPr lang="zh-CN" sz="1600" b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600" b="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副主任委员</a:t>
                      </a:r>
                      <a:endParaRPr lang="zh-CN" sz="1600" b="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fontAlgn="auto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600" b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山东省医师协会肿瘤科医师分会</a:t>
                      </a:r>
                      <a:endParaRPr lang="zh-CN" sz="1600" b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600" b="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副主任委员</a:t>
                      </a:r>
                      <a:endParaRPr lang="zh-CN" sz="1600" b="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8935">
                <a:tc>
                  <a:txBody>
                    <a:bodyPr/>
                    <a:lstStyle/>
                    <a:p>
                      <a:pPr indent="0" fontAlgn="auto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600" b="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山东省医师协会肿瘤化疗医师分会</a:t>
                      </a:r>
                      <a:endParaRPr lang="zh-CN" sz="1600" b="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600" b="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副主任委员</a:t>
                      </a:r>
                      <a:endParaRPr lang="zh-CN" sz="1600" b="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8935">
                <a:tc>
                  <a:txBody>
                    <a:bodyPr/>
                    <a:p>
                      <a:pPr indent="0" fontAlgn="auto">
                        <a:lnSpc>
                          <a:spcPct val="12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x-none" sz="1600" b="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山东生物医学工程学会肿瘤免疫治疗专业委员</a:t>
                      </a:r>
                      <a:endParaRPr lang="zh-CN" altLang="x-none" sz="1600" b="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2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x-none" sz="1600" b="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副主任委员</a:t>
                      </a:r>
                      <a:endParaRPr lang="zh-CN" altLang="x-none" sz="1600" b="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8935">
                <a:tc>
                  <a:txBody>
                    <a:bodyPr/>
                    <a:p>
                      <a:pPr indent="0" fontAlgn="auto">
                        <a:lnSpc>
                          <a:spcPct val="12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x-none" sz="1600" b="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山东省健康管理协会罕见肿瘤专业委员会</a:t>
                      </a:r>
                      <a:endParaRPr lang="zh-CN" altLang="x-none" sz="1600" b="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2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x-none" sz="1600" b="0" dirty="0"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副主任委员</a:t>
                      </a:r>
                      <a:endParaRPr lang="zh-CN" altLang="x-none" sz="1600" b="0" dirty="0"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519" marR="90519" marT="45260" marB="452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" name="图片 1" descr="毕经旺照片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15" y="1412875"/>
            <a:ext cx="1815465" cy="272351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229a9427-e22b-437b-b990-567aa9155064}"/>
  <p:tag name="TABLE_ENDDRAG_ORIGIN_RECT" val="500*353"/>
  <p:tag name="TABLE_ENDDRAG_RECT" val="187*90*500*353"/>
</p:tagLst>
</file>

<file path=ppt/tags/tag2.xml><?xml version="1.0" encoding="utf-8"?>
<p:tagLst xmlns:p="http://schemas.openxmlformats.org/presentationml/2006/main">
  <p:tag name="KSO_WPP_MARK_KEY" val="307c9af0-1a53-46c1-9ea8-9bc29241d252"/>
  <p:tag name="COMMONDATA" val="eyJoZGlkIjoiYzNkNzQ5YjkyNTA5MzUwMzFlYjFjZjIxOTY5OTZmYj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</Words>
  <Application>WPS 演示</Application>
  <PresentationFormat>全屏显示(4:3)</PresentationFormat>
  <Paragraphs>62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黑体</vt:lpstr>
      <vt:lpstr>Times New Roman</vt:lpstr>
      <vt:lpstr>Calibri</vt:lpstr>
      <vt:lpstr>微软雅黑</vt:lpstr>
      <vt:lpstr>Arial Unicode MS</vt:lpstr>
      <vt:lpstr>Office 主题</vt:lpstr>
      <vt:lpstr>PowerPoint 演示文稿</vt:lpstr>
    </vt:vector>
  </TitlesOfParts>
  <Company>MicroWin10.com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China</dc:creator>
  <cp:lastModifiedBy>毕经旺</cp:lastModifiedBy>
  <cp:revision>11</cp:revision>
  <dcterms:created xsi:type="dcterms:W3CDTF">2018-03-06T07:52:00Z</dcterms:created>
  <dcterms:modified xsi:type="dcterms:W3CDTF">2025-04-07T08:51:19Z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ad00f222afed4e4d9db7fc6be8425934</vt:lpwstr>
  </property>
  <property fmtid="{D5CDD505-2E9C-101B-9397-08002B2CF9AE}" pid="3" name="KSOProductBuildVer">
    <vt:lpwstr>2052-12.1.0.20305</vt:lpwstr>
  </property>
</Properties>
</file>