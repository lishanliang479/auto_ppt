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3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2" autoAdjust="0"/>
    <p:restoredTop sz="94660"/>
  </p:normalViewPr>
  <p:slideViewPr>
    <p:cSldViewPr snapToGrid="0">
      <p:cViewPr varScale="1">
        <p:scale>
          <a:sx n="90" d="100"/>
          <a:sy n="90" d="100"/>
        </p:scale>
        <p:origin x="90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145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4EC56-8E46-498C-9F82-A1E67B0017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14:cpLocks xmlns:a14="http://schemas.microsoft.com/office/drawing/2010/main"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14:cpLocks xmlns:a14="http://schemas.microsoft.com/office/drawing/2010/main"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E617E-3889-48F8-A988-C1F6B731C0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14:cpLocks xmlns:a14="http://schemas.microsoft.com/office/drawing/2010/main"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9788" y="365126"/>
            <a:ext cx="10515600" cy="970222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1259724" y="1567346"/>
            <a:ext cx="4701840" cy="71009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1259724" y="2338388"/>
            <a:ext cx="4701840" cy="378596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289616" y="1567346"/>
            <a:ext cx="4701841" cy="71009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>
              <a:buNone/>
              <a:defRPr lang="zh-CN" altLang="en-US" b="0" smtClean="0"/>
            </a:lvl1pPr>
          </a:lstStyle>
          <a:p>
            <a:pPr marL="0" lvl="0" indent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14:cpLocks xmlns:a14="http://schemas.microsoft.com/office/drawing/2010/main" noGrp="1"/>
          </p:cNvSpPr>
          <p:nvPr>
            <p:ph sz="quarter" idx="4"/>
          </p:nvPr>
        </p:nvSpPr>
        <p:spPr>
          <a:xfrm>
            <a:off x="6289616" y="2357460"/>
            <a:ext cx="4701841" cy="37668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0D4851DC-CD24-4E20-AC43-84D4817493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75F1D1A5-9DB9-47CE-AB47-B90B00FE3C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14:cpLocks xmlns:a14="http://schemas.microsoft.com/office/drawing/2010/main"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EB018836-6699-441E-9BAB-C61FC75AFD5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3040BF0B-87F8-415C-BAC5-F65F41346B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14:cpLocks xmlns:a14="http://schemas.microsoft.com/office/drawing/2010/main"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26-03-19 09:34:35.85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20" y="1147445"/>
            <a:ext cx="2093595" cy="29349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2450" y="4382135"/>
            <a:ext cx="3880485" cy="106045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许永超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zh-CN" sz="2400">
                <a:latin typeface="Calibri" charset="0"/>
              </a:rPr>
              <a:t>山东省第二人民医院</a:t>
            </a:r>
            <a:endParaRPr lang="en-US" altLang="zh-CN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zh-CN" sz="2400">
              <a:latin typeface="Calibri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36950" y="1587500"/>
            <a:ext cx="6705600" cy="11887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山东省第二人民医院 肿瘤内科 副主任医师。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社会兼职: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山东省医师协会肿瘤精准治疗分会常委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山东省医院协会肿瘤多学科整合专委会常委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山东省健康管理协会罕见肿瘤专业委员会常委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山东省公共卫生学会肿瘤科普教育分会常委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山东省卫生信息与大数据学会常委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山东省老年医学会肿瘤生物靶向治疗委员会委员</a:t>
            </a:r>
            <a:endParaRPr lang="zh-CN" altLang="en-US" sz="2400">
              <a:latin typeface="Calibri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altLang="en-US" sz="2400">
                <a:latin typeface="Calibri" charset="0"/>
              </a:rPr>
              <a:t>山东省医学会肿瘤多学科诊疗委员会委员</a:t>
            </a:r>
            <a:endParaRPr lang="zh-CN" altLang="en-US" sz="2400">
              <a:latin typeface="Calibri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宽屏</PresentationFormat>
  <Paragraphs>2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Calibri Light</vt:lpstr>
      <vt:lpstr>Calibri</vt:lpstr>
      <vt:lpstr>Office 主题</vt:lpstr>
      <vt:lpstr>请在此处添加标题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jfsgehvm</dc:creator>
  <cp:lastModifiedBy>iPhone</cp:lastModifiedBy>
  <cp:revision>493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2052-12.41.0</vt:lpwstr>
  </property>
  <property fmtid="{D5CDD505-2E9C-101B-9397-08002B2CF9AE}" pid="3" name="ICV">
    <vt:lpwstr>27D203071ED976808F52BB698751E6EB_31</vt:lpwstr>
  </property>
</Properties>
</file>