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n Charles" initials="C" lastIdx="2" clrIdx="0"/>
  <p:cmAuthor id="2" name="Li Xu" initials="L" lastIdx="1" clrIdx="0"/>
  <p:cmAuthor id="3" name="kiya x" initials="k" lastIdx="9" clrIdx="0"/>
  <p:cmAuthor id="4" name="Kristen Letrent" initials="K" lastIdx="23" clrIdx="0"/>
  <p:cmAuthor id="5" name="Martin Quinn" initials="M" lastIdx="30" clrIdx="1"/>
  <p:cmAuthor id="6" name="HUANGC10" initials="H" lastIdx="13" clrIdx="2"/>
  <p:cmAuthor id="7" name="milewski_l" initials="m" lastIdx="6" clrIdx="0"/>
  <p:cmAuthor id="8" name="Griffiths, Michelle" initials="G" lastIdx="1" clrIdx="7"/>
  <p:cmAuthor id="9" name="Heitz_m" initials="H" lastIdx="28" clrIdx="1"/>
  <p:cmAuthor id="10" name="Alice Shaw" initials="A" lastIdx="0" clrIdx="8"/>
  <p:cmAuthor id="11" name="Sacks_W" initials="S" lastIdx="49" clrIdx="2"/>
  <p:cmAuthor id="12" name="Wendy Sacks" initials="W" lastIdx="1" clrIdx="9"/>
  <p:cmAuthor id="13" name="dpcohen" initials="d" lastIdx="5" clrIdx="3"/>
  <p:cmAuthor id="14" name="pollian0" initials="p" lastIdx="7" clrIdx="4"/>
  <p:cmAuthor id="15" name="vroberts" initials="v" lastIdx="13" clrIdx="5"/>
  <p:cmAuthor id="16" name="kwilner" initials="k" lastIdx="8" clrIdx="6"/>
  <p:cmAuthor id="17" name="ktzn051" initials="k" lastIdx="5" clrIdx="0"/>
  <p:cmAuthor id="18" name="kthq106" initials="k" lastIdx="2" clrIdx="1"/>
  <p:cmAuthor id="19" name="GDicks" initials="G" lastIdx="4" clrIdx="0"/>
  <p:cmAuthor id="20" name="Wu, Stella {MACN~Shanghai}" initials="W" lastIdx="1" clrIdx="0"/>
  <p:cmAuthor id="21" name="ThinkPad" initials="T" lastIdx="1" clrIdx="1"/>
  <p:cmAuthor id="22" name="Author" initials="A" lastIdx="0" clrIdx="7"/>
  <p:cmAuthor id="23" name="Yu, Bill" initials="Y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73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tags" Target="tags/tag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027996" y="1530172"/>
            <a:ext cx="6374765" cy="4470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山东省肿瘤医院消化内科一病区 副主任医师</a:t>
            </a:r>
            <a:endParaRPr kumimoji="0" lang="zh-CN" altLang="en-US" b="1" i="0" u="none" strike="noStrike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山东省健康管理协会消化道肿瘤防治专业委员会常委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山东省健康管理协会消化道肿瘤防治专业委员会秘书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山东省抗癌协会靶向治疗分会委员</a:t>
            </a:r>
            <a:endParaRPr kumimoji="0" lang="zh-CN" altLang="en-US" b="1" i="0" u="none" strike="noStrike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山东省抗癌协会大肠癌分会青委会委员</a:t>
            </a: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山东省药师协会免疫药物专委会委员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山东省临床肿瘤学会结直肠癌委专业委员会委员</a:t>
            </a:r>
            <a:endParaRPr lang="zh-CN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lvl="0" indent="0" algn="l" defTabSz="914400" rtl="0" eaLnBrk="1" latinLnBrk="0" hangingPunct="1">
              <a:lnSpc>
                <a:spcPct val="150000"/>
              </a:lnSpc>
              <a:buClr>
                <a:srgbClr val="000000"/>
              </a:buClr>
              <a:buSzTx/>
              <a:buFont typeface="Arial" panose="020B0604020202020204" pitchFamily="34" charset="0"/>
              <a:buNone/>
            </a:pPr>
            <a:endParaRPr lang="zh-CN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0176BC2-9733-44CC-299B-A9F04DD54A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87" y="1530172"/>
            <a:ext cx="3160091" cy="316009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022643c-56b6-4e77-9de1-1810d2f0000d"/>
  <p:tag name="COMMONDATA" val="eyJoZGlkIjoiOTVjNGFmYmNkMDljNzYyMDU1NTUxZGY3MTRjODk1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Zz</dc:creator>
  <cp:lastModifiedBy>树平 代</cp:lastModifiedBy>
  <cp:revision>161</cp:revision>
  <dcterms:created xsi:type="dcterms:W3CDTF">2019-06-19T02:08:00Z</dcterms:created>
  <dcterms:modified xsi:type="dcterms:W3CDTF">2026-01-20T12:06:10Z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088FD09654514EB5A3ACD86405EB20E9_13</vt:lpwstr>
  </property>
</Properties>
</file>