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22" r:id="rId3"/>
  </p:sldIdLst>
  <p:sldSz cx="9144000" cy="6858000" type="screen4x3"/>
  <p:notesSz cx="6819900" cy="99314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259E"/>
    <a:srgbClr val="024EBE"/>
    <a:srgbClr val="192A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39"/>
    <p:restoredTop sz="94653"/>
  </p:normalViewPr>
  <p:slideViewPr>
    <p:cSldViewPr showGuides="1">
      <p:cViewPr varScale="1">
        <p:scale>
          <a:sx n="85" d="100"/>
          <a:sy n="85" d="100"/>
        </p:scale>
        <p:origin x="968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1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1511" r="381"/>
          <a:stretch>
            <a:fillRect/>
          </a:stretch>
        </p:blipFill>
        <p:spPr>
          <a:xfrm>
            <a:off x="1" y="0"/>
            <a:ext cx="9144000" cy="6872068"/>
          </a:xfrm>
          <a:prstGeom prst="rect">
            <a:avLst/>
          </a:prstGeom>
        </p:spPr>
      </p:pic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373CA-3C5D-447C-9F88-9376A21731B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4415A-86C6-483E-A797-7940B591B68A}" type="slidenum">
              <a:rPr lang="zh-CN" altLang="en-US" smtClean="0"/>
            </a:fld>
            <a:endParaRPr lang="zh-CN" altLang="en-US"/>
          </a:p>
        </p:txBody>
      </p:sp>
      <p:sp>
        <p:nvSpPr>
          <p:cNvPr id="3" name="KSO_CT2"/>
          <p:cNvSpPr>
            <a:spLocks noGrp="1"/>
          </p:cNvSpPr>
          <p:nvPr>
            <p:ph type="subTitle" idx="1" hasCustomPrompt="1"/>
          </p:nvPr>
        </p:nvSpPr>
        <p:spPr>
          <a:xfrm>
            <a:off x="1062439" y="2438397"/>
            <a:ext cx="7097489" cy="478056"/>
          </a:xfrm>
          <a:blipFill dpi="0" rotWithShape="1">
            <a:blip r:embed="rId3"/>
            <a:srcRect/>
            <a:stretch>
              <a:fillRect t="-2000"/>
            </a:stretch>
          </a:blipFill>
        </p:spPr>
        <p:txBody>
          <a:bodyPr anchor="ctr">
            <a:noAutofit/>
          </a:bodyPr>
          <a:lstStyle>
            <a:lvl1pPr marL="0" indent="0" algn="ctr">
              <a:buNone/>
              <a:defRPr sz="18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单击此处添加您的副标题</a:t>
            </a:r>
            <a:endParaRPr lang="zh-CN" altLang="en-US" dirty="0"/>
          </a:p>
        </p:txBody>
      </p:sp>
      <p:sp>
        <p:nvSpPr>
          <p:cNvPr id="7" name="KSO_CT1"/>
          <p:cNvSpPr>
            <a:spLocks noGrp="1"/>
          </p:cNvSpPr>
          <p:nvPr>
            <p:ph type="title" hasCustomPrompt="1"/>
          </p:nvPr>
        </p:nvSpPr>
        <p:spPr>
          <a:xfrm>
            <a:off x="1062439" y="1227904"/>
            <a:ext cx="7097489" cy="1113721"/>
          </a:xfrm>
        </p:spPr>
        <p:txBody>
          <a:bodyPr>
            <a:normAutofit/>
          </a:bodyPr>
          <a:lstStyle>
            <a:lvl1pPr algn="ctr">
              <a:defRPr sz="3600">
                <a:solidFill>
                  <a:schemeClr val="accent1"/>
                </a:solidFill>
                <a:effectLst/>
                <a:latin typeface="Arial Rounded MT Bold" panose="020F0704030504030204" pitchFamily="34" charset="0"/>
              </a:defRPr>
            </a:lvl1pPr>
          </a:lstStyle>
          <a:p>
            <a:r>
              <a:rPr lang="zh-CN" altLang="en-US" dirty="0"/>
              <a:t>单击此处添加您的标题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373CA-3C5D-447C-9F88-9376A21731B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4415A-86C6-483E-A797-7940B591B6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ST1"/>
          <p:cNvSpPr>
            <a:spLocks noGrp="1"/>
          </p:cNvSpPr>
          <p:nvPr>
            <p:ph type="title" hasCustomPrompt="1"/>
          </p:nvPr>
        </p:nvSpPr>
        <p:spPr>
          <a:xfrm>
            <a:off x="1574006" y="1831700"/>
            <a:ext cx="5995988" cy="1235075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zh-CN" altLang="en-US" dirty="0"/>
              <a:t>此处添加您的标题</a:t>
            </a:r>
            <a:endParaRPr lang="en-US" dirty="0"/>
          </a:p>
        </p:txBody>
      </p:sp>
      <p:sp>
        <p:nvSpPr>
          <p:cNvPr id="3" name="KSO_ST2"/>
          <p:cNvSpPr>
            <a:spLocks noGrp="1"/>
          </p:cNvSpPr>
          <p:nvPr>
            <p:ph type="body" idx="1" hasCustomPrompt="1"/>
          </p:nvPr>
        </p:nvSpPr>
        <p:spPr>
          <a:xfrm>
            <a:off x="1574006" y="3093764"/>
            <a:ext cx="5995988" cy="634472"/>
          </a:xfrm>
          <a:blipFill>
            <a:blip r:embed="rId2"/>
            <a:stretch>
              <a:fillRect t="-2000"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accent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单击此处添加您的副标题</a:t>
            </a:r>
            <a:endParaRPr lang="en-US" altLang="zh-CN" dirty="0"/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373CA-3C5D-447C-9F88-9376A21731B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4415A-86C6-483E-A797-7940B591B6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sz="half" idx="1" hasCustomPrompt="1"/>
          </p:nvPr>
        </p:nvSpPr>
        <p:spPr>
          <a:xfrm>
            <a:off x="1049867" y="1244600"/>
            <a:ext cx="3810000" cy="49323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</p:txBody>
      </p:sp>
      <p:sp>
        <p:nvSpPr>
          <p:cNvPr id="4" name="KSO_BC2"/>
          <p:cNvSpPr>
            <a:spLocks noGrp="1"/>
          </p:cNvSpPr>
          <p:nvPr>
            <p:ph sz="half" idx="2" hasCustomPrompt="1"/>
          </p:nvPr>
        </p:nvSpPr>
        <p:spPr>
          <a:xfrm>
            <a:off x="4889499" y="1244600"/>
            <a:ext cx="3820587" cy="49323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</p:txBody>
      </p:sp>
      <p:sp>
        <p:nvSpPr>
          <p:cNvPr id="5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373CA-3C5D-447C-9F88-9376A21731B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4415A-86C6-483E-A797-7940B591B6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727199" y="118532"/>
            <a:ext cx="6984076" cy="71702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24576" y="1376362"/>
            <a:ext cx="3868340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KSO_BC1"/>
          <p:cNvSpPr>
            <a:spLocks noGrp="1"/>
          </p:cNvSpPr>
          <p:nvPr>
            <p:ph sz="half" idx="2" hasCustomPrompt="1"/>
          </p:nvPr>
        </p:nvSpPr>
        <p:spPr>
          <a:xfrm>
            <a:off x="824576" y="2200274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823884" y="1376362"/>
            <a:ext cx="3887391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KSO_BC2"/>
          <p:cNvSpPr>
            <a:spLocks noGrp="1"/>
          </p:cNvSpPr>
          <p:nvPr>
            <p:ph sz="quarter" idx="4" hasCustomPrompt="1"/>
          </p:nvPr>
        </p:nvSpPr>
        <p:spPr>
          <a:xfrm>
            <a:off x="4823884" y="2200274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</p:txBody>
      </p:sp>
      <p:sp>
        <p:nvSpPr>
          <p:cNvPr id="7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373CA-3C5D-447C-9F88-9376A21731B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4415A-86C6-483E-A797-7940B591B6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373CA-3C5D-447C-9F88-9376A21731B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4415A-86C6-483E-A797-7940B591B6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373CA-3C5D-447C-9F88-9376A21731B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4415A-86C6-483E-A797-7940B591B6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858442" y="533402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idx="1" hasCustomPrompt="1"/>
          </p:nvPr>
        </p:nvSpPr>
        <p:spPr>
          <a:xfrm>
            <a:off x="4115992" y="1063628"/>
            <a:ext cx="4629150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</p:txBody>
      </p:sp>
      <p:sp>
        <p:nvSpPr>
          <p:cNvPr id="4" name="KSO_BC2"/>
          <p:cNvSpPr>
            <a:spLocks noGrp="1"/>
          </p:cNvSpPr>
          <p:nvPr>
            <p:ph type="body" sz="half" idx="2" hasCustomPrompt="1"/>
          </p:nvPr>
        </p:nvSpPr>
        <p:spPr>
          <a:xfrm>
            <a:off x="858442" y="2133602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373CA-3C5D-447C-9F88-9376A21731B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4415A-86C6-483E-A797-7940B591B6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934644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 noChangeAspect="1"/>
          </p:cNvSpPr>
          <p:nvPr>
            <p:ph type="pic" idx="1"/>
          </p:nvPr>
        </p:nvSpPr>
        <p:spPr>
          <a:xfrm>
            <a:off x="4082125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KSO_BC2"/>
          <p:cNvSpPr>
            <a:spLocks noGrp="1"/>
          </p:cNvSpPr>
          <p:nvPr>
            <p:ph type="body" sz="half" idx="2" hasCustomPrompt="1"/>
          </p:nvPr>
        </p:nvSpPr>
        <p:spPr>
          <a:xfrm>
            <a:off x="934644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373CA-3C5D-447C-9F88-9376A21731B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4415A-86C6-483E-A797-7940B591B6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373CA-3C5D-447C-9F88-9376A21731B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4415A-86C6-483E-A797-7940B591B6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 orient="vert"/>
          </p:nvPr>
        </p:nvSpPr>
        <p:spPr>
          <a:xfrm>
            <a:off x="7628467" y="365125"/>
            <a:ext cx="886883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 hasCustomPrompt="1"/>
          </p:nvPr>
        </p:nvSpPr>
        <p:spPr>
          <a:xfrm>
            <a:off x="1585381" y="365125"/>
            <a:ext cx="5949952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373CA-3C5D-447C-9F88-9376A21731B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4415A-86C6-483E-A797-7940B591B68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5.png"/><Relationship Id="rId13" Type="http://schemas.openxmlformats.org/officeDocument/2006/relationships/image" Target="../media/image4.png"/><Relationship Id="rId12" Type="http://schemas.openxmlformats.org/officeDocument/2006/relationships/image" Target="../media/image3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9" r="174" b="1553"/>
          <a:stretch>
            <a:fillRect/>
          </a:stretch>
        </p:blipFill>
        <p:spPr>
          <a:xfrm>
            <a:off x="-19047" y="0"/>
            <a:ext cx="9163048" cy="685800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-19047" y="0"/>
            <a:ext cx="9163048" cy="6858000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432215" y="762009"/>
            <a:ext cx="8239692" cy="6995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idx="1"/>
          </p:nvPr>
        </p:nvSpPr>
        <p:spPr>
          <a:xfrm>
            <a:off x="2771800" y="1700808"/>
            <a:ext cx="5929819" cy="45022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</p:txBody>
      </p:sp>
      <p:sp>
        <p:nvSpPr>
          <p:cNvPr id="4" name="KSO_FD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5373CA-3C5D-447C-9F88-9376A21731B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F4415A-86C6-483E-A797-7940B591B68A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Picture 8"/>
          <p:cNvPicPr>
            <a:picLocks noChangeAspect="1" noChangeArrowheads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9799"/>
          <a:stretch>
            <a:fillRect/>
          </a:stretch>
        </p:blipFill>
        <p:spPr bwMode="auto">
          <a:xfrm>
            <a:off x="0" y="3730"/>
            <a:ext cx="9144000" cy="6995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i="0" kern="1200" baseline="0">
          <a:solidFill>
            <a:schemeClr val="accent1"/>
          </a:solidFill>
          <a:latin typeface="Arial Black" panose="020B0A040201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357505" indent="-357505" algn="just" defTabSz="914400" rtl="0" eaLnBrk="1" latinLnBrk="0" hangingPunct="1">
        <a:lnSpc>
          <a:spcPct val="110000"/>
        </a:lnSpc>
        <a:spcBef>
          <a:spcPts val="1800"/>
        </a:spcBef>
        <a:spcAft>
          <a:spcPts val="0"/>
        </a:spcAft>
        <a:buClr>
          <a:schemeClr val="accent1"/>
        </a:buClr>
        <a:buSzPct val="140000"/>
        <a:buFontTx/>
        <a:buBlip>
          <a:blip r:embed="rId14"/>
        </a:buBlip>
        <a:defRPr sz="2000" kern="1200" baseline="0">
          <a:solidFill>
            <a:schemeClr val="accent1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357505" indent="-357505" algn="just" defTabSz="914400" rtl="0" eaLnBrk="1" latinLnBrk="0" hangingPunct="1">
        <a:lnSpc>
          <a:spcPct val="130000"/>
        </a:lnSpc>
        <a:spcBef>
          <a:spcPts val="0"/>
        </a:spcBef>
        <a:spcAft>
          <a:spcPts val="600"/>
        </a:spcAft>
        <a:buClr>
          <a:schemeClr val="accent2">
            <a:lumMod val="60000"/>
            <a:lumOff val="40000"/>
          </a:schemeClr>
        </a:buClr>
        <a:buFont typeface="幼圆" panose="02010509060101010101" pitchFamily="49" charset="-122"/>
        <a:buChar char=" "/>
        <a:defRPr sz="1600" kern="1200" baseline="0">
          <a:solidFill>
            <a:srgbClr val="7D7D7D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>
          <a:xfrm>
            <a:off x="467194" y="908596"/>
            <a:ext cx="8697125" cy="699594"/>
          </a:xfrm>
        </p:spPr>
        <p:txBody>
          <a:bodyPr>
            <a:normAutofit/>
          </a:bodyPr>
          <a:lstStyle/>
          <a:p>
            <a:r>
              <a:rPr lang="zh-CN" altLang="en-US" dirty="0" smtClean="0">
                <a:solidFill>
                  <a:schemeClr val="tx1">
                    <a:lumMod val="50000"/>
                  </a:schemeClr>
                </a:solidFill>
              </a:rPr>
              <a:t>祝守慧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教授 山东省肿瘤医院</a:t>
            </a:r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" name="内容占位符 2"/>
          <p:cNvSpPr/>
          <p:nvPr>
            <p:ph type="body" idx="1"/>
          </p:nvPr>
        </p:nvSpPr>
        <p:spPr>
          <a:xfrm>
            <a:off x="3784166" y="2079491"/>
            <a:ext cx="5137027" cy="3432810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</a:pPr>
            <a:r>
              <a:rPr lang="zh-CN" altLang="en-US" sz="1400" b="1" dirty="0">
                <a:solidFill>
                  <a:schemeClr val="tx1">
                    <a:lumMod val="50000"/>
                  </a:schemeClr>
                </a:solidFill>
              </a:rPr>
              <a:t>山东省肿瘤</a:t>
            </a:r>
            <a:r>
              <a:rPr lang="zh-CN" altLang="en-US" sz="1400" b="1" dirty="0" smtClean="0">
                <a:solidFill>
                  <a:schemeClr val="tx1">
                    <a:lumMod val="50000"/>
                  </a:schemeClr>
                </a:solidFill>
              </a:rPr>
              <a:t>医院</a:t>
            </a:r>
            <a:r>
              <a:rPr lang="en-US" altLang="zh-CN" sz="1400" b="1" dirty="0" smtClean="0">
                <a:solidFill>
                  <a:schemeClr val="tx1">
                    <a:lumMod val="50000"/>
                  </a:schemeClr>
                </a:solidFill>
              </a:rPr>
              <a:t>  </a:t>
            </a:r>
            <a:r>
              <a:rPr lang="zh-CN" altLang="en-US" sz="1400" b="1" dirty="0" smtClean="0">
                <a:solidFill>
                  <a:schemeClr val="tx1">
                    <a:lumMod val="50000"/>
                  </a:schemeClr>
                </a:solidFill>
              </a:rPr>
              <a:t>胸部放疗二病区</a:t>
            </a:r>
            <a:endParaRPr lang="en-US" altLang="zh-CN" sz="1400" b="1" dirty="0" smtClean="0">
              <a:solidFill>
                <a:schemeClr val="tx1">
                  <a:lumMod val="50000"/>
                </a:schemeClr>
              </a:solidFill>
            </a:endParaRPr>
          </a:p>
          <a:p>
            <a:pPr>
              <a:spcBef>
                <a:spcPts val="1200"/>
              </a:spcBef>
            </a:pPr>
            <a:r>
              <a:rPr lang="en-US" altLang="zh-CN" sz="1400" b="1" dirty="0" smtClean="0">
                <a:solidFill>
                  <a:schemeClr val="tx1">
                    <a:lumMod val="50000"/>
                  </a:schemeClr>
                </a:solidFill>
              </a:rPr>
              <a:t>肿瘤学博士</a:t>
            </a:r>
            <a:r>
              <a:rPr lang="en-US" altLang="zh-CN" sz="1400" b="1" dirty="0" smtClean="0">
                <a:solidFill>
                  <a:schemeClr val="tx1">
                    <a:lumMod val="50000"/>
                  </a:schemeClr>
                </a:solidFill>
              </a:rPr>
              <a:t>    副主任医师</a:t>
            </a:r>
            <a:endParaRPr lang="en-US" altLang="zh-CN" sz="1400" b="1" dirty="0" smtClean="0">
              <a:solidFill>
                <a:schemeClr val="tx1">
                  <a:lumMod val="50000"/>
                </a:schemeClr>
              </a:solidFill>
            </a:endParaRPr>
          </a:p>
          <a:p>
            <a:pPr>
              <a:spcBef>
                <a:spcPts val="1200"/>
              </a:spcBef>
            </a:pPr>
            <a:r>
              <a:rPr lang="zh-CN" altLang="en-US" sz="1400" b="1" dirty="0" smtClean="0">
                <a:solidFill>
                  <a:schemeClr val="tx1">
                    <a:lumMod val="50000"/>
                  </a:schemeClr>
                </a:solidFill>
                <a:sym typeface="+mn-ea"/>
              </a:rPr>
              <a:t>山东省</a:t>
            </a:r>
            <a:r>
              <a:rPr lang="zh-CN" altLang="en-US" sz="1400" b="1" dirty="0">
                <a:solidFill>
                  <a:schemeClr val="tx1">
                    <a:lumMod val="50000"/>
                  </a:schemeClr>
                </a:solidFill>
                <a:sym typeface="+mn-ea"/>
              </a:rPr>
              <a:t>抗癌协会放射肿瘤学</a:t>
            </a:r>
            <a:r>
              <a:rPr lang="zh-CN" altLang="en-US" sz="1400" b="1" dirty="0">
                <a:solidFill>
                  <a:schemeClr val="tx1">
                    <a:lumMod val="50000"/>
                  </a:schemeClr>
                </a:solidFill>
                <a:sym typeface="+mn-ea"/>
              </a:rPr>
              <a:t>分会青年委员</a:t>
            </a:r>
            <a:endParaRPr lang="zh-CN" altLang="en-US" sz="1400" b="1" dirty="0">
              <a:solidFill>
                <a:schemeClr val="tx1">
                  <a:lumMod val="50000"/>
                </a:schemeClr>
              </a:solidFill>
              <a:sym typeface="+mn-ea"/>
            </a:endParaRPr>
          </a:p>
          <a:p>
            <a:pPr>
              <a:spcBef>
                <a:spcPts val="1200"/>
              </a:spcBef>
            </a:pPr>
            <a:r>
              <a:rPr lang="zh-CN" altLang="en-US" sz="1400" b="1" dirty="0">
                <a:solidFill>
                  <a:schemeClr val="tx1">
                    <a:lumMod val="50000"/>
                  </a:schemeClr>
                </a:solidFill>
                <a:sym typeface="+mn-ea"/>
              </a:rPr>
              <a:t>山东省抗癌协会肿瘤流行病学分会委员</a:t>
            </a:r>
            <a:endParaRPr lang="zh-CN" altLang="en-US" sz="1400" b="1" dirty="0">
              <a:solidFill>
                <a:schemeClr val="tx1">
                  <a:lumMod val="50000"/>
                </a:schemeClr>
              </a:solidFill>
              <a:sym typeface="+mn-ea"/>
            </a:endParaRPr>
          </a:p>
          <a:p>
            <a:pPr>
              <a:spcBef>
                <a:spcPts val="1200"/>
              </a:spcBef>
            </a:pPr>
            <a:r>
              <a:rPr lang="zh-CN" altLang="en-US" sz="1400" b="1" dirty="0">
                <a:solidFill>
                  <a:schemeClr val="tx1">
                    <a:lumMod val="50000"/>
                  </a:schemeClr>
                </a:solidFill>
                <a:sym typeface="+mn-ea"/>
              </a:rPr>
              <a:t>山东省抗癌协会心理学分会青年委员</a:t>
            </a:r>
            <a:endParaRPr lang="zh-CN" altLang="en-US" sz="1400" b="1" dirty="0">
              <a:solidFill>
                <a:schemeClr val="tx1">
                  <a:lumMod val="50000"/>
                </a:schemeClr>
              </a:solidFill>
              <a:sym typeface="+mn-ea"/>
            </a:endParaRPr>
          </a:p>
          <a:p>
            <a:pPr>
              <a:spcBef>
                <a:spcPts val="1200"/>
              </a:spcBef>
            </a:pPr>
            <a:r>
              <a:rPr lang="zh-CN" altLang="en-US" sz="1400" b="1" dirty="0">
                <a:solidFill>
                  <a:schemeClr val="tx1">
                    <a:lumMod val="50000"/>
                  </a:schemeClr>
                </a:solidFill>
                <a:sym typeface="+mn-ea"/>
              </a:rPr>
              <a:t>山东省抗癌协会女医师分会委员</a:t>
            </a:r>
            <a:endParaRPr lang="zh-CN" altLang="en-US" sz="1400" b="1" dirty="0">
              <a:solidFill>
                <a:schemeClr val="tx1">
                  <a:lumMod val="50000"/>
                </a:schemeClr>
              </a:solidFill>
              <a:sym typeface="+mn-ea"/>
            </a:endParaRPr>
          </a:p>
          <a:p>
            <a:pPr>
              <a:spcBef>
                <a:spcPts val="1200"/>
              </a:spcBef>
            </a:pPr>
            <a:r>
              <a:rPr lang="zh-CN" altLang="en-US" sz="1400" b="1" dirty="0">
                <a:solidFill>
                  <a:schemeClr val="tx1">
                    <a:lumMod val="50000"/>
                  </a:schemeClr>
                </a:solidFill>
                <a:sym typeface="+mn-ea"/>
              </a:rPr>
              <a:t>山东省医药教育协会胸部肿瘤多学科专委会常委</a:t>
            </a:r>
            <a:endParaRPr lang="zh-CN" altLang="en-US" sz="1400" b="1" dirty="0">
              <a:solidFill>
                <a:schemeClr val="tx1">
                  <a:lumMod val="50000"/>
                </a:schemeClr>
              </a:solidFill>
              <a:sym typeface="+mn-ea"/>
            </a:endParaRPr>
          </a:p>
          <a:p>
            <a:pPr>
              <a:spcBef>
                <a:spcPts val="1200"/>
              </a:spcBef>
            </a:pPr>
            <a:r>
              <a:rPr lang="zh-CN" altLang="en-US" sz="1400" b="1" dirty="0" smtClean="0">
                <a:solidFill>
                  <a:schemeClr val="tx1">
                    <a:lumMod val="50000"/>
                  </a:schemeClr>
                </a:solidFill>
                <a:sym typeface="+mn-ea"/>
              </a:rPr>
              <a:t>山东</a:t>
            </a:r>
            <a:r>
              <a:rPr lang="zh-CN" altLang="en-US" sz="1400" b="1" dirty="0" smtClean="0">
                <a:solidFill>
                  <a:schemeClr val="tx1">
                    <a:lumMod val="50000"/>
                  </a:schemeClr>
                </a:solidFill>
                <a:sym typeface="+mn-ea"/>
              </a:rPr>
              <a:t>省临床肿瘤学会食管癌专委会青年委员</a:t>
            </a:r>
            <a:endParaRPr lang="zh-CN" altLang="en-US" sz="1400" b="1" dirty="0" smtClean="0">
              <a:solidFill>
                <a:schemeClr val="tx1">
                  <a:lumMod val="50000"/>
                </a:schemeClr>
              </a:solidFill>
            </a:endParaRPr>
          </a:p>
          <a:p>
            <a:pPr>
              <a:spcBef>
                <a:spcPts val="1200"/>
              </a:spcBef>
            </a:pPr>
            <a:r>
              <a:rPr lang="zh-CN" altLang="en-US" sz="1400" b="1" dirty="0" smtClean="0">
                <a:solidFill>
                  <a:schemeClr val="tx1">
                    <a:lumMod val="50000"/>
                  </a:schemeClr>
                </a:solidFill>
              </a:rPr>
              <a:t>山东</a:t>
            </a:r>
            <a:r>
              <a:rPr lang="zh-CN" altLang="en-US" sz="1400" b="1" dirty="0" smtClean="0">
                <a:solidFill>
                  <a:schemeClr val="tx1">
                    <a:lumMod val="50000"/>
                  </a:schemeClr>
                </a:solidFill>
              </a:rPr>
              <a:t>省临床肿瘤学会乳腺癌专委会青年委员</a:t>
            </a:r>
            <a:endParaRPr lang="zh-CN" altLang="en-US" sz="1400" b="1" dirty="0" smtClean="0">
              <a:solidFill>
                <a:schemeClr val="tx1">
                  <a:lumMod val="50000"/>
                </a:schemeClr>
              </a:solidFill>
            </a:endParaRPr>
          </a:p>
          <a:p>
            <a:pPr>
              <a:spcBef>
                <a:spcPts val="1200"/>
              </a:spcBef>
            </a:pPr>
            <a:r>
              <a:rPr lang="zh-CN" altLang="en-US" sz="1400" b="1" dirty="0" smtClean="0">
                <a:solidFill>
                  <a:schemeClr val="tx1">
                    <a:lumMod val="50000"/>
                  </a:schemeClr>
                </a:solidFill>
                <a:sym typeface="+mn-ea"/>
              </a:rPr>
              <a:t>山东省临床肿瘤学会非小细胞肺癌专委会青年委员</a:t>
            </a:r>
            <a:r>
              <a:rPr lang="zh-CN" altLang="en-US" sz="1400" b="1" dirty="0" smtClean="0">
                <a:solidFill>
                  <a:schemeClr val="tx1">
                    <a:lumMod val="50000"/>
                  </a:schemeClr>
                </a:solidFill>
                <a:sym typeface="+mn-ea"/>
              </a:rPr>
              <a:t>等</a:t>
            </a:r>
            <a:endParaRPr lang="zh-CN" altLang="en-US" sz="1400" b="1" dirty="0" smtClean="0">
              <a:solidFill>
                <a:schemeClr val="tx1">
                  <a:lumMod val="50000"/>
                </a:schemeClr>
              </a:solidFill>
              <a:sym typeface="+mn-ea"/>
            </a:endParaRPr>
          </a:p>
          <a:p>
            <a:pPr marL="0" indent="0">
              <a:spcBef>
                <a:spcPts val="1200"/>
              </a:spcBef>
              <a:buNone/>
            </a:pPr>
            <a:endParaRPr lang="zh-CN" altLang="en-US" sz="1400" b="1" dirty="0">
              <a:solidFill>
                <a:schemeClr val="tx1">
                  <a:lumMod val="50000"/>
                </a:schemeClr>
              </a:solidFill>
            </a:endParaRPr>
          </a:p>
        </p:txBody>
      </p:sp>
      <p:pic>
        <p:nvPicPr>
          <p:cNvPr id="5" name="图片 4"/>
          <p:cNvPicPr/>
          <p:nvPr/>
        </p:nvPicPr>
        <p:blipFill>
          <a:blip r:embed="rId1"/>
          <a:stretch>
            <a:fillRect/>
          </a:stretch>
        </p:blipFill>
        <p:spPr>
          <a:xfrm>
            <a:off x="741680" y="2050995"/>
            <a:ext cx="2544834" cy="3145209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MTE5OTUxOWNlNGIyZGMzZjg1YzZlZjNjYzUxZDJkZjgifQ=="/>
</p:tagLst>
</file>

<file path=ppt/theme/theme1.xml><?xml version="1.0" encoding="utf-8"?>
<a:theme xmlns:a="http://schemas.openxmlformats.org/drawingml/2006/main" name="A000120140530A31PPBG">
  <a:themeElements>
    <a:clrScheme name="自定义 1">
      <a:dk1>
        <a:srgbClr val="47494B"/>
      </a:dk1>
      <a:lt1>
        <a:srgbClr val="FFFFFF"/>
      </a:lt1>
      <a:dk2>
        <a:srgbClr val="454749"/>
      </a:dk2>
      <a:lt2>
        <a:srgbClr val="FFFFFF"/>
      </a:lt2>
      <a:accent1>
        <a:srgbClr val="046FB6"/>
      </a:accent1>
      <a:accent2>
        <a:srgbClr val="22B1DE"/>
      </a:accent2>
      <a:accent3>
        <a:srgbClr val="7B93D7"/>
      </a:accent3>
      <a:accent4>
        <a:srgbClr val="5D76BA"/>
      </a:accent4>
      <a:accent5>
        <a:srgbClr val="3DBFD1"/>
      </a:accent5>
      <a:accent6>
        <a:srgbClr val="FFC000"/>
      </a:accent6>
      <a:hlink>
        <a:srgbClr val="00B0F0"/>
      </a:hlink>
      <a:folHlink>
        <a:srgbClr val="AFB2B4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A000120141114A02PPBG</Template>
  <TotalTime>0</TotalTime>
  <Words>191</Words>
  <Application>WPS 演示</Application>
  <PresentationFormat>全屏显示(4:3)</PresentationFormat>
  <Paragraphs>14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Arial Black</vt:lpstr>
      <vt:lpstr>幼圆</vt:lpstr>
      <vt:lpstr>Arial Rounded MT Bold</vt:lpstr>
      <vt:lpstr>Calibri</vt:lpstr>
      <vt:lpstr>Arial Unicode MS</vt:lpstr>
      <vt:lpstr>A000120140530A31PPBG</vt:lpstr>
      <vt:lpstr>祝守慧 教授 山东省肿瘤医院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</dc:creator>
  <cp:lastModifiedBy>心大一点</cp:lastModifiedBy>
  <cp:revision>116</cp:revision>
  <cp:lastPrinted>2021-07-18T09:31:00Z</cp:lastPrinted>
  <dcterms:created xsi:type="dcterms:W3CDTF">2021-07-18T09:31:00Z</dcterms:created>
  <dcterms:modified xsi:type="dcterms:W3CDTF">2026-03-18T12:36:27Z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28851F82727641CBAB78227DDA1582C2</vt:lpwstr>
  </property>
</Properties>
</file>